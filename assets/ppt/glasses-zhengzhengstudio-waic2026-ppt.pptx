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dbb03d37024c45" /><Relationship Type="http://schemas.openxmlformats.org/officeDocument/2006/relationships/extended-properties" Target="/docProps/app.xml" Id="R31325a5edc6b4eb4" /><Relationship Type="http://schemas.openxmlformats.org/officeDocument/2006/relationships/officeDocument" Target="/ppt/presentation.xml" Id="R45e0263d2c2245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5e8ea4738941a9"/>
  </p:sldMasterIdLst>
  <p:notesMasterIdLst>
    <p:notesMasterId xmlns:r="http://schemas.openxmlformats.org/officeDocument/2006/relationships" r:id="Rcd1c34b611dd4c6d"/>
  </p:notesMasterIdLst>
  <p:sldIdLst>
    <p:sldId xmlns:r="http://schemas.openxmlformats.org/officeDocument/2006/relationships" id="256" r:id="Rcb74ca89cb754f36"/>
    <p:sldId xmlns:r="http://schemas.openxmlformats.org/officeDocument/2006/relationships" id="257" r:id="R9bc7dcc071364cfd"/>
    <p:sldId xmlns:r="http://schemas.openxmlformats.org/officeDocument/2006/relationships" id="258" r:id="R7479e9a28d904513"/>
    <p:sldId xmlns:r="http://schemas.openxmlformats.org/officeDocument/2006/relationships" id="259" r:id="Ra56441c0ed1d4f24"/>
    <p:sldId xmlns:r="http://schemas.openxmlformats.org/officeDocument/2006/relationships" id="260" r:id="R053552c2de904b92"/>
    <p:sldId xmlns:r="http://schemas.openxmlformats.org/officeDocument/2006/relationships" id="261" r:id="R3dee73636cd740d4"/>
    <p:sldId xmlns:r="http://schemas.openxmlformats.org/officeDocument/2006/relationships" id="262" r:id="R60dc1b17d00d4f8f"/>
    <p:sldId xmlns:r="http://schemas.openxmlformats.org/officeDocument/2006/relationships" id="263" r:id="R748aacd40d58443f"/>
    <p:sldId xmlns:r="http://schemas.openxmlformats.org/officeDocument/2006/relationships" id="264" r:id="R219183123b474681"/>
    <p:sldId xmlns:r="http://schemas.openxmlformats.org/officeDocument/2006/relationships" id="265" r:id="R16a07272ff614017"/>
    <p:sldId xmlns:r="http://schemas.openxmlformats.org/officeDocument/2006/relationships" id="266" r:id="R64a6a5ad4c564812"/>
    <p:sldId xmlns:r="http://schemas.openxmlformats.org/officeDocument/2006/relationships" id="267" r:id="R6aee1d3fee3741df"/>
    <p:sldId xmlns:r="http://schemas.openxmlformats.org/officeDocument/2006/relationships" id="268" r:id="R010abedda23d4252"/>
    <p:sldId xmlns:r="http://schemas.openxmlformats.org/officeDocument/2006/relationships" id="269" r:id="R82f9ec98a1ac406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5e8ea4738941a9" /><Relationship Type="http://schemas.openxmlformats.org/officeDocument/2006/relationships/theme" Target="/ppt/theme/theme1.xml" Id="R6ee7869f1e18464e" /><Relationship Type="http://schemas.openxmlformats.org/officeDocument/2006/relationships/notesMaster" Target="/ppt/notesMasters/notesMaster1.xml" Id="Rcd1c34b611dd4c6d" /><Relationship Type="http://schemas.openxmlformats.org/officeDocument/2006/relationships/presProps" Target="/ppt/presProps.xml" Id="R7318cf2140b242df" /><Relationship Type="http://schemas.openxmlformats.org/officeDocument/2006/relationships/viewProps" Target="/ppt/viewProps.xml" Id="R2abc6fa43fa14c3a" /><Relationship Type="http://schemas.openxmlformats.org/officeDocument/2006/relationships/tableStyles" Target="/ppt/tableStyles.xml" Id="Rbcda9b350487476d" /><Relationship Type="http://schemas.openxmlformats.org/officeDocument/2006/relationships/slide" Target="/ppt/slides/slide1.xml" Id="Rcb74ca89cb754f36" /><Relationship Type="http://schemas.openxmlformats.org/officeDocument/2006/relationships/slide" Target="/ppt/slides/slide2.xml" Id="R9bc7dcc071364cfd" /><Relationship Type="http://schemas.openxmlformats.org/officeDocument/2006/relationships/slide" Target="/ppt/slides/slide3.xml" Id="R7479e9a28d904513" /><Relationship Type="http://schemas.openxmlformats.org/officeDocument/2006/relationships/slide" Target="/ppt/slides/slide4.xml" Id="Ra56441c0ed1d4f24" /><Relationship Type="http://schemas.openxmlformats.org/officeDocument/2006/relationships/slide" Target="/ppt/slides/slide5.xml" Id="R053552c2de904b92" /><Relationship Type="http://schemas.openxmlformats.org/officeDocument/2006/relationships/slide" Target="/ppt/slides/slide6.xml" Id="R3dee73636cd740d4" /><Relationship Type="http://schemas.openxmlformats.org/officeDocument/2006/relationships/slide" Target="/ppt/slides/slide7.xml" Id="R60dc1b17d00d4f8f" /><Relationship Type="http://schemas.openxmlformats.org/officeDocument/2006/relationships/slide" Target="/ppt/slides/slide8.xml" Id="R748aacd40d58443f" /><Relationship Type="http://schemas.openxmlformats.org/officeDocument/2006/relationships/slide" Target="/ppt/slides/slide9.xml" Id="R219183123b474681" /><Relationship Type="http://schemas.openxmlformats.org/officeDocument/2006/relationships/slide" Target="/ppt/slides/slide10.xml" Id="R16a07272ff614017" /><Relationship Type="http://schemas.openxmlformats.org/officeDocument/2006/relationships/slide" Target="/ppt/slides/slide11.xml" Id="R64a6a5ad4c564812" /><Relationship Type="http://schemas.openxmlformats.org/officeDocument/2006/relationships/slide" Target="/ppt/slides/slide12.xml" Id="R6aee1d3fee3741df" /><Relationship Type="http://schemas.openxmlformats.org/officeDocument/2006/relationships/slide" Target="/ppt/slides/slide13.xml" Id="R010abedda23d4252" /><Relationship Type="http://schemas.openxmlformats.org/officeDocument/2006/relationships/slide" Target="/ppt/slides/slide14.xml" Id="R82f9ec98a1ac40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b5beb04d68848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0152607e314574" /><Relationship Type="http://schemas.openxmlformats.org/officeDocument/2006/relationships/notesMaster" Target="/ppt/notesMasters/notesMaster1.xml" Id="R502dd1fb92cf45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01470de08e4f21" /><Relationship Type="http://schemas.openxmlformats.org/officeDocument/2006/relationships/notesMaster" Target="/ppt/notesMasters/notesMaster1.xml" Id="Rbeb048d9aa0342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f65fa991264f96" /><Relationship Type="http://schemas.openxmlformats.org/officeDocument/2006/relationships/notesMaster" Target="/ppt/notesMasters/notesMaster1.xml" Id="R7b01aa31448143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da1cf5f73d4443" /><Relationship Type="http://schemas.openxmlformats.org/officeDocument/2006/relationships/notesMaster" Target="/ppt/notesMasters/notesMaster1.xml" Id="R13cf20844d1c49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22752aadb44a81" /><Relationship Type="http://schemas.openxmlformats.org/officeDocument/2006/relationships/notesMaster" Target="/ppt/notesMasters/notesMaster1.xml" Id="Rc9c1b531393040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712c75afd44d5d" /><Relationship Type="http://schemas.openxmlformats.org/officeDocument/2006/relationships/notesMaster" Target="/ppt/notesMasters/notesMaster1.xml" Id="R23ec6bd5f80743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91023b402b45e0" /><Relationship Type="http://schemas.openxmlformats.org/officeDocument/2006/relationships/notesMaster" Target="/ppt/notesMasters/notesMaster1.xml" Id="R7d8ee5d831164b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c8de63031a4697" /><Relationship Type="http://schemas.openxmlformats.org/officeDocument/2006/relationships/notesMaster" Target="/ppt/notesMasters/notesMaster1.xml" Id="Rffef0b315f0a4f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290b70eedb4758" /><Relationship Type="http://schemas.openxmlformats.org/officeDocument/2006/relationships/notesMaster" Target="/ppt/notesMasters/notesMaster1.xml" Id="Rd4584a76cbc642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8280a8830d439b" /><Relationship Type="http://schemas.openxmlformats.org/officeDocument/2006/relationships/notesMaster" Target="/ppt/notesMasters/notesMaster1.xml" Id="R66d1db7ea2fb43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8cba18d3b74511" /><Relationship Type="http://schemas.openxmlformats.org/officeDocument/2006/relationships/notesMaster" Target="/ppt/notesMasters/notesMaster1.xml" Id="R8b1cf7421d6243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c430043bab41af" /><Relationship Type="http://schemas.openxmlformats.org/officeDocument/2006/relationships/notesMaster" Target="/ppt/notesMasters/notesMaster1.xml" Id="Rca07ddc4387f4f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e0171062724294" /><Relationship Type="http://schemas.openxmlformats.org/officeDocument/2006/relationships/notesMaster" Target="/ppt/notesMasters/notesMaster1.xml" Id="R141cbec118a74b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b7dd504a9b45a7" /><Relationship Type="http://schemas.openxmlformats.org/officeDocument/2006/relationships/notesMaster" Target="/ppt/notesMasters/notesMaster1.xml" Id="R5039b20b8be04a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73266636341e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1bea540cc594a4e" /><Relationship Type="http://schemas.openxmlformats.org/officeDocument/2006/relationships/slideLayout" Target="/ppt/slideLayouts/slideLayout2.xml" Id="R7a2b3cbecbeb47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2b3cbecbeb47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5c0f14be7c4260" /><Relationship Type="http://schemas.openxmlformats.org/officeDocument/2006/relationships/image" Target="/ppt/media/image.png" Id="Raf4f8843e9014599" /><Relationship Type="http://schemas.openxmlformats.org/officeDocument/2006/relationships/image" Target="/ppt/media/image2.png" Id="R8dfecfd9c38d4480" /><Relationship Type="http://schemas.openxmlformats.org/officeDocument/2006/relationships/notesSlide" Target="/ppt/notesSlides/notesSlide1.xml" Id="R9d2f2d9278bb45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d9c53ec9b54e41" /><Relationship Type="http://schemas.openxmlformats.org/officeDocument/2006/relationships/notesSlide" Target="/ppt/notesSlides/notesSlide2.xml" Id="R10562d5868734a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9d9dc08e4f420d" /><Relationship Type="http://schemas.openxmlformats.org/officeDocument/2006/relationships/notesSlide" Target="/ppt/notesSlides/notesSlide3.xml" Id="R94e5b262f2d740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3514a973eb4f11" /><Relationship Type="http://schemas.openxmlformats.org/officeDocument/2006/relationships/image" Target="/ppt/media/image.jpeg" Id="Rb14dcc55072e496f" /><Relationship Type="http://schemas.openxmlformats.org/officeDocument/2006/relationships/notesSlide" Target="/ppt/notesSlides/notesSlide4.xml" Id="R5171518763fc4e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3c226519d84bb1" /><Relationship Type="http://schemas.openxmlformats.org/officeDocument/2006/relationships/image" Target="/ppt/media/image2.jpeg" Id="R136bdf80543e4c92" /><Relationship Type="http://schemas.openxmlformats.org/officeDocument/2006/relationships/notesSlide" Target="/ppt/notesSlides/notesSlide5.xml" Id="R077207e149db4d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72326cab474a4a" /><Relationship Type="http://schemas.openxmlformats.org/officeDocument/2006/relationships/notesSlide" Target="/ppt/notesSlides/notesSlide6.xml" Id="R46b36a5ff81443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a80445511e47aa" /><Relationship Type="http://schemas.openxmlformats.org/officeDocument/2006/relationships/notesSlide" Target="/ppt/notesSlides/notesSlide7.xml" Id="Rc242ff588fd344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d38ccac20b407f" /><Relationship Type="http://schemas.openxmlformats.org/officeDocument/2006/relationships/notesSlide" Target="/ppt/notesSlides/notesSlide8.xml" Id="Ref37c51d31c744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f0ba3efad8421e" /><Relationship Type="http://schemas.openxmlformats.org/officeDocument/2006/relationships/notesSlide" Target="/ppt/notesSlides/notesSlide9.xml" Id="R5a3cf3476c6f4a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7bdf7986804e91" /><Relationship Type="http://schemas.openxmlformats.org/officeDocument/2006/relationships/notesSlide" Target="/ppt/notesSlides/notesSlide10.xml" Id="Rf1c0d13e78f54c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8d6210b553493a" /><Relationship Type="http://schemas.openxmlformats.org/officeDocument/2006/relationships/notesSlide" Target="/ppt/notesSlides/notesSlide11.xml" Id="R4033e41c994044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793427e15844e7" /><Relationship Type="http://schemas.openxmlformats.org/officeDocument/2006/relationships/notesSlide" Target="/ppt/notesSlides/notesSlide12.xml" Id="Rd2dec4fe85b947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b95254490e4ed5" /><Relationship Type="http://schemas.openxmlformats.org/officeDocument/2006/relationships/notesSlide" Target="/ppt/notesSlides/notesSlide13.xml" Id="R7d3f78d3139347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f40da358584103" /><Relationship Type="http://schemas.openxmlformats.org/officeDocument/2006/relationships/image" Target="/ppt/media/image3.png" Id="R81867c2ae5c7411f" /><Relationship Type="http://schemas.openxmlformats.org/officeDocument/2006/relationships/notesSlide" Target="/ppt/notesSlides/notesSlide14.xml" Id="R13aa1e2aa4c34c3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E82370-02E0-4673-A14D-DD3259A9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6D08B-673D-418F-A476-F5916ED9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65EFB-82A9-4BFE-8348-A4F36B1D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WAIC 2026 青少年 AI 应用实践案例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41B7A-E6A1-442A-B7BC-308B7782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504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铮铮眼镜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71417-9F29-4C9C-AE32-8A6F7B20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在线试戴与配镜沟通平台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D1081-3F1F-48D2-B12C-3F020E8B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把人脸关键点采集、镜框试戴、配镜报告和商家沟通连成一个可实际使用的网页流程。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187F1-BCC8-49E4-A136-5886ABF7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533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团队/学生：铮铮实验室（个人信息可补）</a:t>
            </a:r>
          </a:p>
          <a:p xmlns:a="http://schemas.openxmlformats.org/drawingml/2006/main">
            <a:pPr algn="l">
              <a:defRPr sz="127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状态：已上线 Demo，持续优化中</a:t>
            </a:r>
          </a:p>
          <a:p xmlns:a="http://schemas.openxmlformats.org/drawingml/2006/main">
            <a:pPr algn="l">
              <a:defRPr sz="127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Demo：https://glasses.zhengzhengstudio.cn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DECE1-EA37-44D7-ACF3-CC8E6796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19150"/>
            <a:ext cx="342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DF7CA-1A71-42A7-8428-9FD35062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430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线上 Demo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f8843e9014599"/>
          <a:stretch xmlns:a="http://schemas.openxmlformats.org/drawingml/2006/main"/>
        </p:blipFill>
        <p:spPr>
          <a:xfrm xmlns:a="http://schemas.openxmlformats.org/drawingml/2006/main">
            <a:off x="7953375" y="161925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10ED4-9EAF-4C58-8E8D-3F7EBBBC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291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glasses.zhengzhengstudio.cn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ecfd9c38d4480"/>
          <a:stretch xmlns:a="http://schemas.openxmlformats.org/drawingml/2006/main"/>
        </p:blipFill>
        <p:spPr>
          <a:xfrm xmlns:a="http://schemas.openxmlformats.org/drawingml/2006/main">
            <a:off x="7886700" y="4876800"/>
            <a:ext cx="1676400" cy="838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EE437-9458-4211-A5F7-544D3C8F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8E9AED-1814-486A-ADC6-DDD88854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31775771"/>
      </p:ext>
    </p:extLst>
  </p:cSld>
  <p:transition spd="slow">
    <p:fade/>
  </p:transition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31C2AD-50F9-4729-B0E5-3630D409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6E252-74CB-4DE7-AECB-B0BED6CF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6E43A-B75A-40DB-BF45-2C65AAAD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真实问题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61C49-B732-4865-ABD3-3013864A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配镜前，用户和商家缺少同一份“可继续沟通”的资料。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F5E3D-C439-45E1-AC7F-E4A776FB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46E2A-9A4F-43C6-8D0E-08A0F138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戴镜人士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69FE4-9E9D-43D0-859F-3D35974F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90691-7FFD-4BDA-BE65-3F064FB9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不想出门也想先知道适合什么镜框；但只看商品图，难判断脸宽、鼻梁、瞳距和风格。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58D05-D112-47BA-BBFF-AF6CD43D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8600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5BB3E-6802-400E-A6AF-336E154B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眼镜商家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18719-91AD-4134-8672-0D33E3E5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24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96D4D-4709-447C-A2FE-B84AF6C8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线上接定制单时，照片、偏好、参数和验光信息分散，反复确认会拖慢沟通。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AE2605-0863-491B-8BAB-F1F0EEE2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8600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3C432-B1E1-467A-AB22-89F736C6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项目切入点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F79F1-E4E2-47FE-A352-270415C9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24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57E99-49EE-4AAD-9BAE-F8D07C14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先做能用的网站 Demo，让用户先采集、试戴、保存报告，再把资料发给商家继续确认。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D12A8-0A76-4153-AE4D-464C7C01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D24189-D164-43A4-8BAC-16CF16A5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716813"/>
      </p:ext>
    </p:extLst>
  </p:cSld>
  <p:transition spd="med">
    <p:push dir="l"/>
  </p:transition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418619-BC56-4591-B155-6590E478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4DAC7-990F-447D-9EF9-74DF95D0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EBCC6-BC7F-4E2A-A4C3-2E08564A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产品路径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E1EAE-A9DB-4125-AC63-AC4AE662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四步走：从用户进入，到带着数据去沟通。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E22FC-020F-4D95-A6C9-B9F36A5D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4003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EF3F5-65DC-4999-B3A0-C6BF5E21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26CE7-B05D-48CD-BAC8-EB26C304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登录/临时用户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CFFB0-2923-43EB-86C2-335CB53A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962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登录后显示账号信息；临时用户只需输入名称，当前会话也能体验。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8A611-62B3-4C9F-AB0B-20312E54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623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CBBCC-3B24-4A9C-A6C7-4646FECA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24003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980A4-3C03-479D-9B6A-13C98DA4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955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531B2-696F-44F2-B85C-60A38F0A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05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多角度采集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DB168-F9F7-45F4-B64D-0A30E72A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38550"/>
            <a:ext cx="1962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正脸、左右转、上下抬低、张嘴、眨眼；不在采集阶段试戴，先把关键数据采稳。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6C695E-C108-4306-95A0-15DCC20B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623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DA2E5-1B5E-43F9-B3A3-F6EA4D5C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24003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97F5F-FBC8-4D64-A62C-9F213790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955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059F4-C67D-4DA2-AFD3-EBD5654F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05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实时试戴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AEE9B-E6A1-482C-9FFA-6085058E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38550"/>
            <a:ext cx="1962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摄像头 + MediaPipe 关键点定位；支持切换镜框、自动缩放、手动调整和心愿单。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9F6A4B-E300-4E60-9BAB-721581B1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56F4C5-D58D-406A-9EB7-253EF187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66950"/>
            <a:ext cx="24003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CE29B-0241-408A-A0EE-A3859696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955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93F039-F725-4AC0-B7E2-BCCD8710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05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报告与聊天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92B55E-7133-47DE-B459-BCBF520A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38550"/>
            <a:ext cx="1962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导出图片/JSON 报告，填写验光单，把心愿单和定制需求发送给商家。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F9F53D-DAA8-4A4E-8689-82F6D52E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C41DB4-33DB-41A3-B500-EC974B38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3247803"/>
      </p:ext>
    </p:extLst>
  </p:cSld>
  <p:transition spd="med">
    <p:fade/>
  </p:transition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F31F1C-5762-4B3C-B7BE-BB3E5CA1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D2FB4-5AB7-42A2-8E91-4EFFB1A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87FCD-C739-4C3D-94B7-1E7F3ECC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截图证据 1：线上站点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5F19F-B384-4896-A1FF-C845800D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线上首页已经能展示项目入口和当前用户状态。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dcc55072e496f"/>
          <a:stretch xmlns:a="http://schemas.openxmlformats.org/drawingml/2006/main"/>
        </p:blipFill>
        <p:spPr>
          <a:xfrm xmlns:a="http://schemas.openxmlformats.org/drawingml/2006/main">
            <a:off x="666750" y="1688306"/>
            <a:ext cx="7239000" cy="40719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0CCC3-3ED5-4347-99C8-2E2ADDAE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线上地址：glasses.zhengzhengstudio.cn</a:t>
            </a:r>
          </a:p>
          <a:p xmlns:a="http://schemas.openxmlformats.org/drawingml/2006/main">
            <a:pPr algn="l">
              <a:def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页面重点：账号/临时用户、历史数据、进入采集、聊天和商家入口。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C665F-4CCD-4CB5-8AB0-283C55FA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8EBCD-B5E3-483D-A24A-BD85B08C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02577378"/>
      </p:ext>
    </p:extLst>
  </p:cSld>
  <p:transition spd="med">
    <p:push dir="l"/>
  </p:transition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913844-FA1F-4C1D-8E36-E3460CFD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DFEA5-3937-4183-9D7B-8DCE9FC5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918E3-9774-41E7-94A6-517C487F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截图证据 2：分步 onboard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A3489-A106-491D-902B-8BC49E3D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把复杂功能拆成注册式流程，减少一屏堆满。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bdf80543e4c92"/>
          <a:stretch xmlns:a="http://schemas.openxmlformats.org/drawingml/2006/main"/>
        </p:blipFill>
        <p:spPr>
          <a:xfrm xmlns:a="http://schemas.openxmlformats.org/drawingml/2006/main">
            <a:off x="685800" y="1650206"/>
            <a:ext cx="7239000" cy="40719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9BDD6-7AFA-492A-9502-473DFA66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952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像公众平台注册一样分步骤推进，用户只做当前步骤需要做的事。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身份、采集、试戴、报告和沟通拆开后，手机上也更容易完成。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A58FC-3540-4F06-BDFB-64AD4D72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E8A0B-39DF-4AF9-B35A-FA17F11C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76875572"/>
      </p:ext>
    </p:extLst>
  </p:cSld>
  <p:transition spd="med">
    <p:fade/>
  </p:transition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4B963B-C58A-4E22-8CCE-D85B39D7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A0AA4-AA14-4657-95DC-636C909A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159B2-6BCC-4A66-8660-C10565F7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实时试戴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A6866-D3BE-4E03-AB39-C60E4A43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试戴页把摄像头、关键点和镜框微调放在同一操作区。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6AA78-8411-4435-B98A-98CB305C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6191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79904-25FF-4F9E-9AB0-ADED12EC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24050"/>
            <a:ext cx="55816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3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59E69-BC13-43F9-A810-6455E6C2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60516-F01F-41A6-AE99-A82F2DEC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摄像头操作区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CA696-DA41-444C-AE2E-CF1E111A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098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9525">
            <a:solidFill>
              <a:srgbClr val="C9DD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B772B-6A11-471F-BF85-F3245005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05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实时镜框叠加预览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C635F-1A17-40C5-B23F-2C6E0A7F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86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支持关键点、网格、镜框和缩放开关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96BA0-91BB-43EC-A4DE-38F95092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62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E8A41-A1E9-48EC-AAE4-39EE66AA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FEE59-1C13-4919-9115-BE9C9174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62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6113F-7F39-4156-9FD1-76CC1F29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149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关键点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D493C-6DF9-428C-B586-F321AD92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149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镜框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6E0AA-81A7-4785-92C5-B895E1E2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149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网格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8880A0-F724-445A-8D5B-DBC7E406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149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实时缩放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E5701F-6714-4D78-91BC-4FEF8A48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52600"/>
            <a:ext cx="3143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A8FE5-5892-4D47-8BFD-4A3E6BA6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145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试戴能力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F43DBC-F7A4-4FC1-A9A8-BD24986C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241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镜框支持手动缩放、上下左右、旋转微调；系统会根据眼部关键点给出自动缩放基准，Kimi 可辅助解释偏斜和佩戴风险。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试戴图可保存，报告会带上当前镜框、尺寸和微调参数。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0D0C50-2568-4A55-9ACC-8EE0775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D8B90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7D8B90"/>
                </a:solidFill>
                <a:latin typeface="PingFang SC"/>
                <a:ea typeface="PingFang SC"/>
                <a:cs typeface="PingFang SC"/>
              </a:rPr>
              <a:t>* 截图与报告样例不展示可识别的人脸；真实采集画面只在用户授权的会话内使用。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DD188A-669B-4F35-85ED-4FDEF9EC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6EB2C1-75C7-46AD-B76B-940B5907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42838219"/>
      </p:ext>
    </p:extLst>
  </p:cSld>
  <p:transition spd="med">
    <p:push dir="l"/>
  </p:transition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289F85-984F-411D-B390-6C11DE89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260FF-60E3-4D0D-A1D7-1122C92C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5F7AB-7596-42A6-9A41-4C945755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报告输出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3E6F0-6F04-44F0-A398-690A8C79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71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报告页把尺寸、验光单草稿和商家沟通材料整理到一起。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11954-E6F4-4939-A322-DFD8FE5A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715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5B8DF-76C1-4EDC-82D2-646A78C7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铮铮眼镜配镜报告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2DF01-3BBF-4E07-ABEA-52A9D6E9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用户：匿名/授权用户 · 时间：自动生成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60416-5886-434D-A221-61FCE883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6467C-E496-462D-A433-C73F1992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03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脸型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FC93D-C559-4F6F-94F0-0608A9A0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813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圆形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47A0A-F2F6-46E3-A831-62A8D3A2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BF313-A353-4CAC-B992-9CBF70C9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04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脸宽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F8AF4-DB9C-49D8-A02D-12E5E61A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813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139 mm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3ABE5-1A97-4EF7-8A79-EC12661C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87CC4-99A0-411B-BC9B-CE6B084D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004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瞳距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CB748-E834-40FB-B08C-39C0452B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814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61 mm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959F10-A15B-46C3-967D-2C41FD47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A885E-27A0-4FEA-9778-91CB9A87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005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建议镜圈宽度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698854-734F-4DD5-A756-73E030A2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814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50 mm · 小框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2033D5-ACE6-4FCA-91BB-3E68420A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FDFDAF-F151-4D0C-B400-0870D915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005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移心量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7274D1-034C-49A5-9A04-85FD071A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815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3 mm · 理想范围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DD52CF-7749-4F94-86CB-026EE515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ABD590-0315-4D0F-AB38-A5CC2BFE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006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当前镜框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BFFC3D-0FC8-4844-BF85-10EFC643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815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琥珀圆框 / CHATGPT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4CA621-4C4B-41D3-833F-A9077992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3619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CA3AC1-BC62-419B-B82D-36747B20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38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报告打包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BC588C-6CEB-4E32-BA98-5AA57F4B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098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报告页保留二维码、配镜参数、验光单草稿、当前镜框和 JSON 数据说明。用户可以下载报告，也可以把最后一次采集结果发送给商家继续沟通。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871BD3-9B67-4825-A646-02D97B9E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D8B90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7D8B90"/>
                </a:solidFill>
                <a:latin typeface="PingFang SC"/>
                <a:ea typeface="PingFang SC"/>
                <a:cs typeface="PingFang SC"/>
              </a:rPr>
              <a:t>* 截图与报告样例不展示可识别的人脸；真实采集画面只在用户授权的会话内使用。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0E9832-5CDA-43EE-8C94-BFBBF284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2C02AB-98B5-415F-A4B1-437F9788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17259298"/>
      </p:ext>
    </p:extLst>
  </p:cSld>
  <p:transition spd="med">
    <p:fade/>
  </p:transition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2657AC-3ECE-435D-8FD4-1F7D2013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84887-77C9-4050-8343-E73A4A16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EE9C6-16CD-4554-9D09-739A47F5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镜框与商家沟通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C206D-A9B9-48FD-A655-CD3056DA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52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心愿单和商家列表让顾客端、商家端真正连起来。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147C8-40EC-42AE-9F42-87811ED6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590550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46AEC-E5DE-4C1E-9FBA-E7008541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心愿单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EFB75-45C9-4444-9C7E-FB170943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4857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6"/>
          </a:solidFill>
          <a:ln xmlns:a="http://schemas.openxmlformats.org/drawingml/2006/main" w="9525">
            <a:solidFill>
              <a:srgbClr val="9BD4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EE25F-2D0D-40EC-8947-0AE3391C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43CD7-A18F-47AD-9AF9-E3007B94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622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302E7-6F12-4F66-8F32-738AAD8C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622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C47ED-6CD8-4AA3-AB19-BC120205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09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琥珀圆框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82C92-F149-4075-BDE0-165DE5E9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575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镜圈 48-52 mm · 待发送采集包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FBAF1-1706-4E7A-9557-945F910D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860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已选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F605A1-C70C-43E1-9DE9-FE841D04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4857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FB6DE-FA24-48FE-B928-CB0EF653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242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E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1DA81-0FFD-47CC-9C31-B474216A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38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0952E-6AF5-44E7-ADCA-773DA021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38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F65028-948B-4EFD-BF49-5E784EB7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86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雾银矩形框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8AC63-118C-457C-B5BD-CA01E41A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33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镜圈 48-52 mm · 待发送采集包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EBCAAF-FB44-4F2E-B198-102737AA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623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候选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3783DE-3536-4547-BF9A-440A7E10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4857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89657-246A-409C-9720-E085C595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005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EB530B-F308-4454-867D-148E3E26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148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59C6F9-3322-4EBE-A351-DFEFCDE9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148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CBB2AC-A439-4242-B845-0B73F995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624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轻钛半框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7F76F1-4568-4EB0-911A-99348B36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10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镜圈 48-52 mm · 待发送采集包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26A5F4-A003-4A29-993D-58356A88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386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候选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A39AEF-643A-4BAF-8CB0-9266054C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006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147D0C-466E-4C72-A7C8-5846797A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863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打包发送给商家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2D3936-A51E-42D2-AA2A-AB718537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3333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ED4EF8-8279-4E0E-8C0D-2A2E3E1C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526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不再是“发送给商家”一个按钮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0123A1-340C-45F1-AE01-A2B9D139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90850"/>
            <a:ext cx="2724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先加入心愿单，再把最后一次采集数据、验光单草稿和定制说明打包给商家；商家可以据此确认镜框、鼻托、镜腿和材料。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EF3355-C68D-433D-971D-8F2FB9AD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D8B90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7D8B90"/>
                </a:solidFill>
                <a:latin typeface="PingFang SC"/>
                <a:ea typeface="PingFang SC"/>
                <a:cs typeface="PingFang SC"/>
              </a:rPr>
              <a:t>* 截图与报告样例不展示可识别的人脸；真实采集画面只在用户授权的会话内使用。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9C51E2-BCDD-48EC-AB50-2408E6EB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972EF5-10AB-4ACB-985E-BDA969E8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70968906"/>
      </p:ext>
    </p:extLst>
  </p:cSld>
  <p:transition spd="med">
    <p:push dir="l"/>
  </p:transition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969AF7-C0D5-450D-B2AE-6C6D359D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C9419-2C7A-4CFF-87BA-099604E7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28DEA-4F6E-406F-81FA-47A674DF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技术路线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BF4D7-99AE-427A-81E1-8755590C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14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AI 用在“识别、测算、对齐和沟通整理”上。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AD93F-8CA9-4E77-9D12-710509D3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9810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6F192-8FC1-4188-959D-ABE649DE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E2711-D9CF-4FB4-94D6-5F036770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MediaPipe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E3FB7-4A68-47A2-8395-54A24950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609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468 个面部关键点，估算眼距、鼻梁、脸廓、嘴部动作和稳定帧。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9D0D9-EE9B-4709-AB78-09D38068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71D90-3CF3-4EBA-B774-F728F042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623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多角度采集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83BB4-FA8A-454B-8746-FDD81B6A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609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正脸、左右转、上下抬低、张嘴、眨眼，用来减少单张照片误差。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609DE-FB98-4357-9193-646E991D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2B8DD-37E3-4893-9607-793C526C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433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Kimi 顾问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4ADA0-16E9-45A0-9B8D-4D6B254D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62400"/>
            <a:ext cx="609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服务端调用 Kimi，把采集数据、心愿单和验光单草稿整理成可沟通建议。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D1875-DB8F-4168-B63D-8BBFCC9A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815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BFD09-0E8E-4FFA-BEB7-8E2A59FA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244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服务器同步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0FB98-D4D6-409F-8850-D4A9DCF1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43450"/>
            <a:ext cx="609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聊天、验光单、心愿单和采集数据上传服务器，本地只做缓存。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B4135-FE79-499C-8109-DAB4F67D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CD6946-F43A-479D-B2A5-863E2B84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67674399"/>
      </p:ext>
    </p:extLst>
  </p:cSld>
  <p:transition spd="med">
    <p:fade/>
  </p:transition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4A51B0-F512-4392-8645-54D69CC4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5CBA0-B61B-4310-A126-4D0F13F5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E5C14-F535-4748-84A1-A163BA7A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产品化优化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7CF5A-392C-4869-979F-94F930B0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把使用路径做短，让用户更快完成一次配镜沟通。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1DA96-3AB9-4758-A609-42C59353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95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7F0AF-3547-4382-BD17-B1ADCE88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更短流程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ECF40-5734-4D92-8976-239DAE8D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首页只放项目入口和最近数据；采集、试戴、报告、聊天拆到独立页面，减少首屏压力。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7A7B6-44D5-40B9-AF4C-B834F4B2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295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7681A-0761-485F-974D-FC1A90AB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手机优先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8F427-C980-405F-B050-63AF4B66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81350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摄像头、镜框选择和调参放进同一操作区，避免手机上上下滑动才能试戴。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B99CC-5779-42D0-A7ED-385F76F5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0750"/>
            <a:ext cx="295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39C20-AD5B-4A61-B677-8977D5E7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真实交付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42586-C8F5-4C03-B711-C2100A7A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报告、心愿单、验光单草稿和商家聊天都能保存到服务端，同时保留本地缓存。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C74E1-8572-4426-9CBA-0E491E42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3E27A-6407-41AC-8B02-C4A87FE3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50962747"/>
      </p:ext>
    </p:extLst>
  </p:cSld>
  <p:transition spd="med">
    <p:push dir="l"/>
  </p:transition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F3F6D9-EB49-464E-B44F-74ECB92D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94B23-8E09-4672-85AE-6573A696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9F56F-7140-486E-909E-4FD6527F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真实边界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73A74-A3A8-4B3A-8A06-BB531813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配镜建议要讲清楚边界，才不会误导用户。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3A105-0585-472D-8F00-EC13C9C8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9810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763D0-D254-420E-885E-1A2300F4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0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F0E73-C4BB-4748-93DC-46053901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146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配镜参数是辅助沟通和试戴参考，不替代医院/眼镜店的正式验光。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2F380-2646-4497-8E54-2A79BBBE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67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F25FA-9055-48C0-9A39-BA409EE4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瞳距、镜圈宽度、鼻梁宽等数据会标注“估算/需确认”，避免误导用户。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A8F68-BEAE-4C9F-83F3-A76C18D0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33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9E64D-DFF3-44FD-AA62-EB54D5C0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481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基础镜框库用于试戴和流程验证；商家镜框需要补充实物图、尺寸和校准信息。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8BCAB-435C-40C6-A24A-2E4FB11A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00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C4BB5-4D73-4015-A94E-282B7C29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商家上传镜框后，需要校准透明背景、镜架中心线、镜圈宽度和鼻梁宽，才能进入试戴。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941189-BEC5-4CA8-8521-7F3C761F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D8B90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7D8B90"/>
                </a:solidFill>
                <a:latin typeface="PingFang SC"/>
                <a:ea typeface="PingFang SC"/>
                <a:cs typeface="PingFang SC"/>
              </a:rPr>
              <a:t>* 截图与报告样例不展示可识别的人脸；真实采集画面只在用户授权的会话内使用。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EE9AA-1E94-4542-A80B-687FDDC9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3954D8-C210-4368-90C9-97FD63D2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93957551"/>
      </p:ext>
    </p:extLst>
  </p:cSld>
  <p:transition spd="med">
    <p:fade/>
  </p:transition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EE6D37-9638-482D-BC74-89D8F66D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63995-28DF-41F3-88EB-577673F9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6DD67-6A79-4DCD-A0BB-9CE604C2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完成度与下一步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82625-9E2B-456A-BBB5-40465553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从 Demo 到多人使用，下一步集中补稳定性和商家能力。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EF2B8-F7DA-4542-8721-78EFEEFA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30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9BC8D-465C-4FB3-A06A-A7E3324F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DAA56-B242-4448-9E6E-5E57778E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0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02803-8D3D-49B7-8A57-039C88E3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433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D7EBE5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D7EBE5"/>
                </a:solidFill>
                <a:latin typeface="PingFang SC"/>
                <a:ea typeface="PingFang SC"/>
                <a:cs typeface="PingFang SC"/>
              </a:rPr>
              <a:t>站点上线、首页/引导/顾客/聊天/商家页、基础镜框库、报告、二维码和 Kimi 顾问接口。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86C8D-0B67-4554-BA9C-B8AA4689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66950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889A2-F4BC-4FE1-882E-16783B4B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717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继续优化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7397E-B346-4F4C-91E1-51FF01D7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242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0A936-74C1-417E-A555-5714DD12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433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MediaPipe 测算准确率、单帧对齐、镜框全图预览、响应式布局。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8005C-4C34-4034-92C6-BA68039C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08AD8-41C2-4F90-945E-26EAB4C1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717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新增计划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EB3FC-29DF-4991-A661-796CF1DD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242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349D0-C3BB-4AA0-B2D9-F04ED83B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433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商家上传实物镜框后的自动校准、实时聊天推送、定制单打包和商家话术编辑。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CD86D8-546A-445D-8DF4-3C8ED7EE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E0FD48-2DEF-443C-AB0F-8A1B0DD9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44452246"/>
      </p:ext>
    </p:extLst>
  </p:cSld>
  <p:transition spd="med">
    <p:push dir="l"/>
  </p:transition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946715-1DA3-4F3B-B982-2E4BD984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07D45-9EAF-4B9E-BD1E-69F6B15A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E2B57-3696-411D-8B2C-298268B2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Kimi 接入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4963B-EBD9-45C3-90FA-16560088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71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把 AI 部署到服务端，让聊天真的能帮上配镜流程。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76E7B-EB6E-4E80-A424-ED5E45FD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429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30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92101-D2CA-485A-978E-AB907620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不是把 key 或照片放在网页里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6BC83-2D4D-4745-AEDD-AACC16A3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2714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D7EBE5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D7EBE5"/>
                </a:solidFill>
                <a:latin typeface="PingFang SC"/>
                <a:ea typeface="PingFang SC"/>
                <a:cs typeface="PingFang SC"/>
              </a:rPr>
              <a:t>前端只发送用户问题、当前镜框、采集参数、验光单草稿、心愿单和试戴校正数值；Kimi API Key 只在服务器环境变量里读取，不把人脸图发给 Kimi。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E83CA-D167-4332-9D6D-B9B31C11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0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CA515-1E60-4060-917F-E2DF307E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F0D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9F0DE"/>
                </a:solidFill>
                <a:latin typeface="PingFang SC"/>
                <a:ea typeface="PingFang SC"/>
                <a:cs typeface="PingFang SC"/>
              </a:rPr>
              <a:t>KIMI_API_KEY</a:t>
            </a:r>
          </a:p>
          <a:p xmlns:a="http://schemas.openxmlformats.org/drawingml/2006/main">
            <a:pPr algn="l">
              <a:defRPr sz="1275" b="1">
                <a:solidFill>
                  <a:srgbClr val="B9F0D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9F0DE"/>
                </a:solidFill>
                <a:latin typeface="PingFang SC"/>
                <a:ea typeface="PingFang SC"/>
                <a:cs typeface="PingFang SC"/>
              </a:rPr>
              <a:t>KIMI_MODEL</a:t>
            </a:r>
          </a:p>
          <a:p xmlns:a="http://schemas.openxmlformats.org/drawingml/2006/main">
            <a:pPr algn="l">
              <a:defRPr sz="1275" b="1">
                <a:solidFill>
                  <a:srgbClr val="B9F0D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9F0DE"/>
                </a:solidFill>
                <a:latin typeface="PingFang SC"/>
                <a:ea typeface="PingFang SC"/>
                <a:cs typeface="PingFang SC"/>
              </a:rPr>
              <a:t>KIMI_TIMEOUT_MS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36993-5E1C-4D01-B59C-9A6059E0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2571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FADA1-CCC3-4D62-AF90-601F99A3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62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02DBF-8BAB-4322-A266-3DE3DFF6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98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DC7B67-04BD-4652-82D0-45D052AB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43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顾客提问/试戴校正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9E9BC-4DF4-4413-B0AC-91C6AB63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0510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问镜圈宽度、鼻托、验光单，也能请求微调试戴角度。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CA619-9A82-440A-841B-45A86101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14550"/>
            <a:ext cx="2571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23F62-BC26-40D1-9996-FACAB775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8CC01-01AD-41CE-A99E-75A0B3C1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098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4AF88-249B-4252-B076-5A6F1783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43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服务端整理上下文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AD282E-151F-4DBB-A65A-1DE95D87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0510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合并 MediaPipe 数据、当前镜框、心愿单、验光单和校正参数。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C65D1-5F7B-46E4-8039-6567B927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2571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E08C20-8B82-405A-90E6-742C91EF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62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0A6A5D-D1D8-483F-B02B-28766E77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100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A99F2B-69B1-4D21-8136-5820844F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9433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Kimi 生成建议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784F16-338C-4AAB-9840-AA78F81E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30530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输出短句客服回复，并提醒度数以正规验光单为准。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89C583-E285-4FE1-BE20-DDB7FAB2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14750"/>
            <a:ext cx="2571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E77088-9D33-47CD-AC00-CD5F7352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62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60D9CD-41B3-4E25-BAD2-C3059FB7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100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CDD91A-F890-4AC5-A988-E2127329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433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写回会话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0EFBA5-16FB-432C-BFE5-81BFE8F7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0530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回复和原始消息一起保存到服务器，商家页可继续查看。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EB7AD0-97BD-446F-898C-9A1D1461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7685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作用：没有商家在线时，用户也能先把需求讲清楚；有商家时，AI 帮忙把参数、风险和待补资料整理成更容易接单的文字。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3E10F6-92F8-4379-9A22-FDD7BB6E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B4C298-49C4-4636-B4D9-004A34D5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06457488"/>
      </p:ext>
    </p:extLst>
  </p:cSld>
  <p:transition spd="med">
    <p:fade/>
  </p:transition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E30AD7-E909-4B2F-A7D8-F1543CB7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00422-E04B-41E6-A236-66D1F7A4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7255A-D6F3-4FF9-B2D2-4DA56DFC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可验证材料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04103-F2A2-4D3E-905C-FCCAD46D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可以直接打开 Demo，也能看到源码、安装包和本 PPT。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27522-29A7-4653-BB22-E528DE05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095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66EBC-168E-4BD9-96A5-BFE2E50E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一句话收束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DAD6C-45EC-44C9-AFAE-607BE6A6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3276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463" b="0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铮铮眼镜把人脸关键点采集、镜框试戴、配镜报告、验光单草稿和商家沟通连到一起，形成一条可验证的线上配镜流程。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C5269-CF86-43FB-8327-85F606FE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4D862-2DFE-44B9-B68E-0FF207FD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二维码可进入线上站点，也可以下载 PPTX、APK 或查看源码。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2E073-2EAA-4B14-93AD-804162F3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36385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E7A15-5AB5-48F4-90D6-1A95AD47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19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Demo / 作品链接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67c2ae5c7411f"/>
          <a:stretch xmlns:a="http://schemas.openxmlformats.org/drawingml/2006/main"/>
        </p:blipFill>
        <p:spPr>
          <a:xfrm xmlns:a="http://schemas.openxmlformats.org/drawingml/2006/main">
            <a:off x="6096000" y="2457450"/>
            <a:ext cx="2038350" cy="20383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85CFD-B17F-4B3E-873F-44ADF56C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625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https://glasses.zhengzhengstudio.cn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43E1F-B669-415F-BCA0-22DDC412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76400"/>
            <a:ext cx="23431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307C43-FCD5-4826-8463-464C52DB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19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补充材料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2A37D7-22D0-4BDB-9C4F-37438E46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7175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1AF2DA-A020-4671-9F80-A81DBBE3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717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GitHub 源码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A59F5D-334B-41AB-9104-03AD00F2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28925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github.com/zhengzhengstudio/</a:t>
            </a:r>
          </a:p>
          <a:p xmlns:a="http://schemas.openxmlformats.org/drawingml/2006/main">
            <a:pPr algn="l">
              <a:defRPr sz="81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ZhengZhengGlasses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7D75B-5FA2-4B7F-A73C-46FBC5CE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4330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EE926-0357-46AB-A93E-F2CA966B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43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安卓安装包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03D283-20F7-4FE0-B856-4B5FB606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00475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zhengzhengstudio.cn/api/uploads/</a:t>
            </a:r>
          </a:p>
          <a:p xmlns:a="http://schemas.openxmlformats.org/drawingml/2006/main">
            <a:pPr algn="l">
              <a:defRPr sz="81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downloads/ZhengZhengGlasses-</a:t>
            </a:r>
          </a:p>
          <a:p xmlns:a="http://schemas.openxmlformats.org/drawingml/2006/main">
            <a:pPr algn="l">
              <a:defRPr sz="81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1779291160914-396311037.apk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2A3B3B-FBB9-42B2-A338-1C881A56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1485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432B5C-EED7-4E1D-905A-08B37DC0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14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PPTX 下载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610C0F-9EFC-4543-9BD6-FAC2425A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772025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glasses.zhengzhengstudio.cn/assets/</a:t>
            </a:r>
          </a:p>
          <a:p xmlns:a="http://schemas.openxmlformats.org/drawingml/2006/main">
            <a:pPr algn="l">
              <a:defRPr sz="81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ppt/glasses-zhengzhengstudio-</a:t>
            </a:r>
          </a:p>
          <a:p xmlns:a="http://schemas.openxmlformats.org/drawingml/2006/main">
            <a:pPr algn="l">
              <a:defRPr sz="81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waic2026-ppt.pptx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5DB699-CF59-4A07-A801-48C0E95E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D8B90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7D8B90"/>
                </a:solidFill>
                <a:latin typeface="PingFang SC"/>
                <a:ea typeface="PingFang SC"/>
                <a:cs typeface="PingFang SC"/>
              </a:rPr>
              <a:t>* 截图与报告样例不展示可识别的人脸；真实采集画面只在用户授权的会话内使用。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4B5CF1-16E3-41BD-87E4-5A27EF98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E8DCF4-9803-45A4-B1D4-73140C31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65519988"/>
      </p:ext>
    </p:extLst>
  </p:cSld>
  <p:transition spd="slow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2026-05-23T10:27:45.2840000Z</dcterms:created>
  <dcterms:modified xsi:type="dcterms:W3CDTF">2026-05-23T10:27:45.2840000Z</dcterms:modified>
</coreProperties>
</file>