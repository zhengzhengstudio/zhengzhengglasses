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6bedb54be645f6" /><Relationship Type="http://schemas.openxmlformats.org/officeDocument/2006/relationships/extended-properties" Target="/docProps/app.xml" Id="R2458adbd71174504" /><Relationship Type="http://schemas.openxmlformats.org/officeDocument/2006/relationships/officeDocument" Target="/ppt/presentation.xml" Id="R71ac9caf36a4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7b36682234d2b"/>
  </p:sldMasterIdLst>
  <p:notesMasterIdLst>
    <p:notesMasterId xmlns:r="http://schemas.openxmlformats.org/officeDocument/2006/relationships" r:id="Rc6d2833abe174df1"/>
  </p:notesMasterIdLst>
  <p:sldIdLst>
    <p:sldId xmlns:r="http://schemas.openxmlformats.org/officeDocument/2006/relationships" id="256" r:id="R3bf8e82ea7fc49b6"/>
    <p:sldId xmlns:r="http://schemas.openxmlformats.org/officeDocument/2006/relationships" id="257" r:id="R81aa1dfc4a0744c1"/>
    <p:sldId xmlns:r="http://schemas.openxmlformats.org/officeDocument/2006/relationships" id="258" r:id="R1de7d10247684009"/>
    <p:sldId xmlns:r="http://schemas.openxmlformats.org/officeDocument/2006/relationships" id="259" r:id="R970f3a7c0fd54a0b"/>
    <p:sldId xmlns:r="http://schemas.openxmlformats.org/officeDocument/2006/relationships" id="260" r:id="R3fca1b2f8d0047c1"/>
    <p:sldId xmlns:r="http://schemas.openxmlformats.org/officeDocument/2006/relationships" id="261" r:id="R9e691eec828c44b8"/>
    <p:sldId xmlns:r="http://schemas.openxmlformats.org/officeDocument/2006/relationships" id="262" r:id="Re14bb404a0204169"/>
    <p:sldId xmlns:r="http://schemas.openxmlformats.org/officeDocument/2006/relationships" id="263" r:id="R16aa20c743504b9a"/>
    <p:sldId xmlns:r="http://schemas.openxmlformats.org/officeDocument/2006/relationships" id="264" r:id="R4f901e5d99ed48f1"/>
    <p:sldId xmlns:r="http://schemas.openxmlformats.org/officeDocument/2006/relationships" id="265" r:id="Rf998c76b631b4925"/>
    <p:sldId xmlns:r="http://schemas.openxmlformats.org/officeDocument/2006/relationships" id="266" r:id="R282a03366ed84e28"/>
    <p:sldId xmlns:r="http://schemas.openxmlformats.org/officeDocument/2006/relationships" id="267" r:id="R165fbe7338b14677"/>
    <p:sldId xmlns:r="http://schemas.openxmlformats.org/officeDocument/2006/relationships" id="268" r:id="Rdb3fceefa1934738"/>
    <p:sldId xmlns:r="http://schemas.openxmlformats.org/officeDocument/2006/relationships" id="269" r:id="Rd9942b68ad6042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7b36682234d2b" /><Relationship Type="http://schemas.openxmlformats.org/officeDocument/2006/relationships/theme" Target="/ppt/theme/theme1.xml" Id="R369d8a81794a4339" /><Relationship Type="http://schemas.openxmlformats.org/officeDocument/2006/relationships/notesMaster" Target="/ppt/notesMasters/notesMaster1.xml" Id="Rc6d2833abe174df1" /><Relationship Type="http://schemas.openxmlformats.org/officeDocument/2006/relationships/presProps" Target="/ppt/presProps.xml" Id="Re5eb0e2789594877" /><Relationship Type="http://schemas.openxmlformats.org/officeDocument/2006/relationships/viewProps" Target="/ppt/viewProps.xml" Id="Rfa0b34fea7d64327" /><Relationship Type="http://schemas.openxmlformats.org/officeDocument/2006/relationships/tableStyles" Target="/ppt/tableStyles.xml" Id="Rde2012b8ddfd4cf1" /><Relationship Type="http://schemas.openxmlformats.org/officeDocument/2006/relationships/slide" Target="/ppt/slides/slide1.xml" Id="R3bf8e82ea7fc49b6" /><Relationship Type="http://schemas.openxmlformats.org/officeDocument/2006/relationships/slide" Target="/ppt/slides/slide2.xml" Id="R81aa1dfc4a0744c1" /><Relationship Type="http://schemas.openxmlformats.org/officeDocument/2006/relationships/slide" Target="/ppt/slides/slide3.xml" Id="R1de7d10247684009" /><Relationship Type="http://schemas.openxmlformats.org/officeDocument/2006/relationships/slide" Target="/ppt/slides/slide4.xml" Id="R970f3a7c0fd54a0b" /><Relationship Type="http://schemas.openxmlformats.org/officeDocument/2006/relationships/slide" Target="/ppt/slides/slide5.xml" Id="R3fca1b2f8d0047c1" /><Relationship Type="http://schemas.openxmlformats.org/officeDocument/2006/relationships/slide" Target="/ppt/slides/slide6.xml" Id="R9e691eec828c44b8" /><Relationship Type="http://schemas.openxmlformats.org/officeDocument/2006/relationships/slide" Target="/ppt/slides/slide7.xml" Id="Re14bb404a0204169" /><Relationship Type="http://schemas.openxmlformats.org/officeDocument/2006/relationships/slide" Target="/ppt/slides/slide8.xml" Id="R16aa20c743504b9a" /><Relationship Type="http://schemas.openxmlformats.org/officeDocument/2006/relationships/slide" Target="/ppt/slides/slide9.xml" Id="R4f901e5d99ed48f1" /><Relationship Type="http://schemas.openxmlformats.org/officeDocument/2006/relationships/slide" Target="/ppt/slides/slide10.xml" Id="Rf998c76b631b4925" /><Relationship Type="http://schemas.openxmlformats.org/officeDocument/2006/relationships/slide" Target="/ppt/slides/slide11.xml" Id="R282a03366ed84e28" /><Relationship Type="http://schemas.openxmlformats.org/officeDocument/2006/relationships/slide" Target="/ppt/slides/slide12.xml" Id="R165fbe7338b14677" /><Relationship Type="http://schemas.openxmlformats.org/officeDocument/2006/relationships/slide" Target="/ppt/slides/slide13.xml" Id="Rdb3fceefa1934738" /><Relationship Type="http://schemas.openxmlformats.org/officeDocument/2006/relationships/slide" Target="/ppt/slides/slide14.xml" Id="Rd9942b68ad6042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05d5e211e114b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bf7eb47cf4e02" /><Relationship Type="http://schemas.openxmlformats.org/officeDocument/2006/relationships/notesMaster" Target="/ppt/notesMasters/notesMaster1.xml" Id="R0031bc941a8743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9b1de770e84329" /><Relationship Type="http://schemas.openxmlformats.org/officeDocument/2006/relationships/notesMaster" Target="/ppt/notesMasters/notesMaster1.xml" Id="R8c573639b75d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90bfaa47024aaa" /><Relationship Type="http://schemas.openxmlformats.org/officeDocument/2006/relationships/notesMaster" Target="/ppt/notesMasters/notesMaster1.xml" Id="R957e8d330ebb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7fad3e688b465c" /><Relationship Type="http://schemas.openxmlformats.org/officeDocument/2006/relationships/notesMaster" Target="/ppt/notesMasters/notesMaster1.xml" Id="Rf1dc2e0fe7f3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c6c9026d0d4f7e" /><Relationship Type="http://schemas.openxmlformats.org/officeDocument/2006/relationships/notesMaster" Target="/ppt/notesMasters/notesMaster1.xml" Id="Ra3044237a5dd44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22227b14484e3f" /><Relationship Type="http://schemas.openxmlformats.org/officeDocument/2006/relationships/notesMaster" Target="/ppt/notesMasters/notesMaster1.xml" Id="R83bcbf3996404b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76e9792ef749a8" /><Relationship Type="http://schemas.openxmlformats.org/officeDocument/2006/relationships/notesMaster" Target="/ppt/notesMasters/notesMaster1.xml" Id="Rfd78a2f8a5fa4b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2cda80af5b4a5f" /><Relationship Type="http://schemas.openxmlformats.org/officeDocument/2006/relationships/notesMaster" Target="/ppt/notesMasters/notesMaster1.xml" Id="R1962972b1e4b42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55f4a9ab904179" /><Relationship Type="http://schemas.openxmlformats.org/officeDocument/2006/relationships/notesMaster" Target="/ppt/notesMasters/notesMaster1.xml" Id="R7ae043151c9e46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8a55c423ff4a99" /><Relationship Type="http://schemas.openxmlformats.org/officeDocument/2006/relationships/notesMaster" Target="/ppt/notesMasters/notesMaster1.xml" Id="R11e40ef35c744e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e27bc73ee0432f" /><Relationship Type="http://schemas.openxmlformats.org/officeDocument/2006/relationships/notesMaster" Target="/ppt/notesMasters/notesMaster1.xml" Id="Rd3b8788c0a784a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6955258e0749cf" /><Relationship Type="http://schemas.openxmlformats.org/officeDocument/2006/relationships/notesMaster" Target="/ppt/notesMasters/notesMaster1.xml" Id="Rcb0c9829e51342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20962a1b9940ee" /><Relationship Type="http://schemas.openxmlformats.org/officeDocument/2006/relationships/notesMaster" Target="/ppt/notesMasters/notesMaster1.xml" Id="R7fb32c67b8db44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fb3fb5813349f7" /><Relationship Type="http://schemas.openxmlformats.org/officeDocument/2006/relationships/notesMaster" Target="/ppt/notesMasters/notesMaster1.xml" Id="R697158815e13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87c63d3864c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f1a71a436d6479d" /><Relationship Type="http://schemas.openxmlformats.org/officeDocument/2006/relationships/slideLayout" Target="/ppt/slideLayouts/slideLayout2.xml" Id="R8b0577342deb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577342deb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efd33c08644246" /><Relationship Type="http://schemas.openxmlformats.org/officeDocument/2006/relationships/image" Target="/ppt/media/image.png" Id="Rf5fa0d0dbcb8411c" /><Relationship Type="http://schemas.openxmlformats.org/officeDocument/2006/relationships/image" Target="/ppt/media/image2.png" Id="R2e683e2e95b64581" /><Relationship Type="http://schemas.openxmlformats.org/officeDocument/2006/relationships/notesSlide" Target="/ppt/notesSlides/notesSlide1.xml" Id="R4dca72644f5447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622f5708bd4664" /><Relationship Type="http://schemas.openxmlformats.org/officeDocument/2006/relationships/notesSlide" Target="/ppt/notesSlides/notesSlide2.xml" Id="R2f70f851e2ac4d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aca6bc1455499c" /><Relationship Type="http://schemas.openxmlformats.org/officeDocument/2006/relationships/notesSlide" Target="/ppt/notesSlides/notesSlide3.xml" Id="R3fe3e220a59143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3db304cdac4dd2" /><Relationship Type="http://schemas.openxmlformats.org/officeDocument/2006/relationships/image" Target="/ppt/media/image.jpeg" Id="Re136af04ca3e4594" /><Relationship Type="http://schemas.openxmlformats.org/officeDocument/2006/relationships/notesSlide" Target="/ppt/notesSlides/notesSlide4.xml" Id="R415859c789df49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fda2617f44873" /><Relationship Type="http://schemas.openxmlformats.org/officeDocument/2006/relationships/image" Target="/ppt/media/image2.jpeg" Id="R2c71092d3a17467f" /><Relationship Type="http://schemas.openxmlformats.org/officeDocument/2006/relationships/notesSlide" Target="/ppt/notesSlides/notesSlide5.xml" Id="R93cf777142f74c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f0b912ac44deb" /><Relationship Type="http://schemas.openxmlformats.org/officeDocument/2006/relationships/notesSlide" Target="/ppt/notesSlides/notesSlide6.xml" Id="Rff42ff7e080342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8a350e65b5437e" /><Relationship Type="http://schemas.openxmlformats.org/officeDocument/2006/relationships/notesSlide" Target="/ppt/notesSlides/notesSlide7.xml" Id="R207a4f8ec5324f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01ccfbd9d4772" /><Relationship Type="http://schemas.openxmlformats.org/officeDocument/2006/relationships/notesSlide" Target="/ppt/notesSlides/notesSlide8.xml" Id="R5bb4251329c74e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a93743b0c4256" /><Relationship Type="http://schemas.openxmlformats.org/officeDocument/2006/relationships/notesSlide" Target="/ppt/notesSlides/notesSlide9.xml" Id="Rb981632369fa45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913d9369a54da2" /><Relationship Type="http://schemas.openxmlformats.org/officeDocument/2006/relationships/notesSlide" Target="/ppt/notesSlides/notesSlide10.xml" Id="R9c1a46e3df8e4d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e4dd0a6034481" /><Relationship Type="http://schemas.openxmlformats.org/officeDocument/2006/relationships/notesSlide" Target="/ppt/notesSlides/notesSlide11.xml" Id="R2a8296cc663c4c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c75b6133aa4491" /><Relationship Type="http://schemas.openxmlformats.org/officeDocument/2006/relationships/notesSlide" Target="/ppt/notesSlides/notesSlide12.xml" Id="R8054e227e92346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10724658b4b71" /><Relationship Type="http://schemas.openxmlformats.org/officeDocument/2006/relationships/notesSlide" Target="/ppt/notesSlides/notesSlide13.xml" Id="R482bc27efef449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ac90e3192488e" /><Relationship Type="http://schemas.openxmlformats.org/officeDocument/2006/relationships/image" Target="/ppt/media/image3.png" Id="R2799fa7273ae4fe9" /><Relationship Type="http://schemas.openxmlformats.org/officeDocument/2006/relationships/notesSlide" Target="/ppt/notesSlides/notesSlide14.xml" Id="R39dd1e19525a4d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53AA8-F23F-4514-9115-6846CD5C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BCED0-FB6B-420A-A59B-6F65F30F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BE301-9949-4FFB-A9EF-EC5810BC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WAIC 2026 青少年 AI 应用实践案例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A287F-3027-4AD9-9D35-84F35550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4350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铮铮眼镜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121D-23D1-4ECC-B00B-362F4110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D55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145D55"/>
                </a:solidFill>
                <a:latin typeface="Songti SC"/>
                <a:ea typeface="Songti SC"/>
                <a:cs typeface="Songti SC"/>
              </a:rPr>
              <a:t>在线试戴与配镜沟通平台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4CA62-E364-4EA6-8E2E-A53868A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把人脸关键点采集、镜框试戴、配镜报告和商家沟通连成一个真实可演示的网页流程。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46F18-2DEE-4B42-8294-3DD38C9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团队/学生：铮铮实验室（个人信息可补）</a:t>
            </a:r>
          </a:p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状态：已上线 Demo，持续优化中</a:t>
            </a:r>
          </a:p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Demo：https://glasses.zhengzhengstudio.cn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BC3F2-9083-4E41-8C4D-32E9F8FE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91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ABF54-DAA7-46B7-98A1-21C68D15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3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线上 Demo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a0d0dbcb8411c"/>
          <a:stretch xmlns:a="http://schemas.openxmlformats.org/drawingml/2006/main"/>
        </p:blipFill>
        <p:spPr>
          <a:xfrm xmlns:a="http://schemas.openxmlformats.org/drawingml/2006/main">
            <a:off x="7953375" y="16192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4BE10-DB77-4178-8004-F50E9E70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29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glasses.zhengzhengstudio.cn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83e2e95b64581"/>
          <a:stretch xmlns:a="http://schemas.openxmlformats.org/drawingml/2006/main"/>
        </p:blipFill>
        <p:spPr>
          <a:xfrm xmlns:a="http://schemas.openxmlformats.org/drawingml/2006/main">
            <a:off x="7830820" y="4876800"/>
            <a:ext cx="1788160" cy="838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BBC4E-0A2B-4965-B185-F6BB792B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423B6-8E39-46D8-BD5E-003DF7D9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4495451"/>
      </p:ext>
    </p:extLst>
  </p:cSld>
  <p:transition spd="slow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0E95A-4E6D-4648-8C26-CE9C1171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141B7-1479-4EF5-B4BE-239CF3C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82F57-63BE-4044-AA26-7404AFC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真实问题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76DAB-1A94-4B9B-BDD8-FD7D786F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配镜前，用户和商家缺少同一份“可继续沟通”的资料。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E37A4-6326-4713-8CE6-58B0A239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77111-4D7E-4204-94C4-544D484B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戴镜人士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62D32-1675-4E85-9A40-A6BFA8F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7503D-8AA4-41B6-A62C-CA514FD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不想出门也想先知道适合什么镜框；但只看商品图，难判断脸宽、鼻梁、瞳距和风格。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D8658-383B-4B45-8925-071AFE06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820F1-AADA-4F77-8FDF-F44C1E2F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眼镜商家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7129B-2026-49D6-850F-947F5602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EA84E-E774-473E-B7EB-27914E14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线上接定制单时，照片、偏好、参数和验光信息分散，反复确认会拖慢沟通。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5F9EF-A624-4B57-A418-03ACABA5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7856D-3749-4C2D-8A8D-7428EFE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项目切入点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5D577-978B-4642-8CB1-3D4EF7F6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AC183-93EC-4124-9B32-E58F9E39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先做能用的网站 Demo，让用户先采集、试戴、保存报告，再把资料发给商家继续确认。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39EE5-41A5-4116-A2DF-206A2CF9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B88D0-E934-434A-AC57-294866B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5211710"/>
      </p:ext>
    </p:extLst>
  </p:cSld>
  <p:transition spd="med">
    <p:push dir="l"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2478E-4C05-49BA-B5A5-2863D63C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A12D3-BA3C-4666-B6B5-5F85941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28287-00B1-4689-8664-A29A38A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产品路径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C3DF0-0214-4F17-9526-4B10F4E7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四步走：从用户进入，到带着数据去沟通。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A525A-65F9-4371-81AA-65195F0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18105-61D8-48F8-B906-4DFF8EF9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59AE7-6F95-48C4-B708-393099C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登录/临时用户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2D66A-1F9F-4E75-BCCA-5F2E87C1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登录后显示账号信息；临时用户只需输入名称，当前会话也能体验。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BC69-F064-4D71-B262-64D3F71A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48C0E-2F68-4363-90C0-821D9241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519C3-A6ED-49D9-B7F2-5ECAD222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72471-7458-4C94-BC83-5BDD1C2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多角度采集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5BE45-FBDE-4268-993C-A31FA681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正脸、左右转、上下抬低、张嘴、眨眼；不在采集阶段试戴，先把关键数据采稳。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C391E-0642-4B36-9E22-6C36ACF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5BE2F-758F-4326-8F29-AD44A024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7EFF1-0EEF-4DBF-90ED-9574823B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63BC9-C070-4D8E-8570-E8ACBE71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实时试戴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E0092-81B7-4659-A50D-85488D8A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摄像头 + MediaPipe 关键点定位；支持切换镜框、自动缩放、手动调整和心愿单。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CDED2-8573-45DC-9909-0D09E15C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53899-E205-4FDE-B472-C8A53615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BD38F-BDD7-48B3-8561-73AB27B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062A2-42F6-4A08-8BE1-A2F8BEF0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报告与聊天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973ED-A942-4CAA-A490-06F777E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导出图片/JSON 报告，填写验光单，把心愿单和定制需求发送给商家。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DA6C6-1386-4896-B414-9D99337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1FB4D-3B21-432D-9983-217B5251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7159644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0EC993-2AF8-42DC-9FE9-28845F9C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60C35-42D9-414B-A652-9E508C52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7A113-566D-47E0-90A1-D807932D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截图证据 1：线上站点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8E710-F6AF-4E5D-B21A-89290E7A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线上首页已经能展示项目入口和当前用户状态。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6af04ca3e4594"/>
          <a:stretch xmlns:a="http://schemas.openxmlformats.org/drawingml/2006/main"/>
        </p:blipFill>
        <p:spPr>
          <a:xfrm xmlns:a="http://schemas.openxmlformats.org/drawingml/2006/main">
            <a:off x="666750" y="16883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0CA04-DFDC-478C-9DA0-B7602084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抓取来源：glasses.zhengzhengstudio.cn</a:t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用途：WAIC 评审可直接打开验证。</a:t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页面重点：账号/临时用户、历史数据、进入采集、聊天和商家入口。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4BC3B-9B2D-4DCA-9962-E3FFCD7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6595B-2858-4489-ACBE-2135E12F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5841754"/>
      </p:ext>
    </p:extLst>
  </p:cSld>
  <p:transition spd="med">
    <p:push dir="l"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AF6FF9-7925-4E38-8906-D4517EA1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8ABF1-DFDA-431B-99F7-5646B9B6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987A-859D-4620-8A9B-6F78FCCA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截图证据 2：分步 onboard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20F3B-CA38-49B0-885E-286CCF2A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把复杂功能拆成注册式流程，减少一屏堆满。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1092d3a17467f"/>
          <a:stretch xmlns:a="http://schemas.openxmlformats.org/drawingml/2006/main"/>
        </p:blipFill>
        <p:spPr>
          <a:xfrm xmlns:a="http://schemas.openxmlformats.org/drawingml/2006/main">
            <a:off x="685800" y="16502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2D964-1B1C-4D90-92D0-4CE08B95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新增内容之一：</a:t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像公众平台注册一样分步骤推进，用户只做当前步骤需要做的事。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这一页也用于证明项目不是单页 Demo，而是已经开始做真实产品流程。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6714A-EAF6-4A09-9252-CAEA1A56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97CE3-8D9C-4090-84E9-C8730A1B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6482182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2631E-6817-4EDA-A90A-6EE75DF5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071C2-EA84-41B3-8654-6FF3142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07130-CA40-453A-9F0D-167EBFEA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脱敏演示 3：实时试戴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125E9-92F0-4D30-B041-00EAD763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公开材料不展示真人脸，只展示试戴流程和关键数据。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5EEA0-69CE-4D68-A22D-11F0C30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191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79368-4830-43F5-91BA-2A50AB3B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55816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CA637-9D05-4BF7-B72A-303F3BF9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83BE5-E73E-46F7-8B7A-E14A647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摄像头区域已脱敏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B1875-3DD6-425C-98BC-F7607911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98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9525">
            <a:solidFill>
              <a:srgbClr val="C9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D4F9D-7639-447F-BD0F-5BAF7D98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人脸画面不进入公开 PPT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D6C8D-FD0C-4EA7-A751-DD8DBADA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仅保留关键点、镜框、尺寸和流程说明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78478-ADF0-4077-85E6-9268CB17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D60AA-B975-40F0-8B74-546252CA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A294F-3444-44BA-86CC-73F4F61F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062BA-1A41-45D8-BB47-C8F9AD8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关键点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7EC62-885D-4CFC-9851-EE3A035A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镜框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1AC3D-DF0C-40C3-B16D-D2375E8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网格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BDABE-D1C1-4A5E-860B-5ACCD3D1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实时缩放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6C219-396E-49B4-86C2-380DD781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AA4CC-358D-4AE4-A618-DF720DBA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新增内容之二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92BF2-BA8D-405D-B1DE-2E309610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镜框支持手动缩放/自动缩放，解决“有些镜框太大或太小”的问题。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试戴结论和报告只保存脱敏画面，避免公开材料暴露用户人脸。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FC18C-3E42-4C4D-919C-099C3B45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D449A-5490-4F35-8D25-E267DB4A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5025289"/>
      </p:ext>
    </p:extLst>
  </p:cSld>
  <p:transition spd="med">
    <p:push dir="l"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974F5-69C8-4775-A685-ED8E5E1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15F01-D500-4F61-A409-4BF6E9C7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E0888-6CBB-4AFC-B440-E2437534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脱敏演示 4：报告输出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1C265-AA51-423B-996A-53789FF6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报告输出参数和建议，不公开用户头像或原始照片。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5E0BD-404D-4C49-A7D4-EBB84300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715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2BFB4-718A-4E73-AA2A-59F3EB68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铮铮眼镜配镜报告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6518-F19D-4BDB-BE7E-E7EA539E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用户：匿名/授权用户 · 时间：自动生成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4882B-1C4F-4E7C-8345-10827CC8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5EE9-5D0A-431A-A317-B5BA7FB2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脸型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E456E-7CB1-474B-824B-C5E80545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813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圆形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CA38C-C298-45F8-A578-AC575D85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82036-7305-4935-887E-503F458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04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脸宽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21CD4-C4E0-409D-98AE-BDB384C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139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5F5BF-3754-4953-9F63-3E80F63D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998A1-A521-46C9-A977-B0922FD2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004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瞳距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1938F-5AA0-4D73-B2BC-7423640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814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61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0C4E6-E17A-415A-AC91-36AE0A37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C4B0A-25C8-4590-835E-2A31D29B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005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建议镜圈宽度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E1BBC-B1EA-430C-9BB6-2E71612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814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50 mm · 小框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4C391-415E-4321-8E1D-5FA3580E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755B5-DF8C-47DF-B198-F18BE72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005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移心量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A058B-C624-4461-B4A7-0A03B7D3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815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3 mm · 理想范围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15214-B972-4D6A-A21B-2F66C685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45D46-F094-4096-8B48-8F0255F1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当前镜框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FEE76-1584-44F8-847A-C09625E8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815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琥珀圆框 / CHATGPT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D64E6-6ACA-43C1-8566-DA99C7A8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619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4FBD9-9B34-41B7-A807-AD49CFE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新增内容之三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10DE9-3B63-43A8-8CBF-C7ADFB12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报告页保留二维码、参数、验光单和 JSON 数据说明；公开版本去掉实拍图，实际沟通时由用户主动授权发送。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21F816-A241-4B9B-BBE2-029DE19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2A9F1-0B67-410B-A318-0157F310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9176405"/>
      </p:ext>
    </p:extLst>
  </p:cSld>
  <p:transition spd="med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C2C84-C418-4042-853D-E53FB9F9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433CB-C55D-4BAB-AD7C-F73400F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809F2-31C7-4ED7-A1FE-7353C2A6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脱敏演示 5：镜框与商家沟通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DCBAC-B37F-4030-9B6B-E82F7F87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心愿单和商家列表让顾客端、商家端真正连起来。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EE8C5-18FE-479C-8D9F-AF639BD5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9055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7510F-9427-4684-B046-0DDCCE88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心愿单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AD03E-27E5-4B30-978F-2AA4C695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9BD4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CE56E-4E4C-41DA-B854-D2545C91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74E5D-54C8-4540-A279-15545C02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5DB32-C62F-4D8D-A08E-A56B7B3C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ECF9D-3315-4E6E-8002-5DFFFB47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琥珀圆框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BDC8E-B094-4BCE-823B-E2E2ECB7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已脱敏采集包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15CC5-431F-475F-A8DE-3227182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已选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B610F-EA0E-4AA9-858D-4CC106F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FE667-6E30-4E70-A874-95F452CC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183D6-F223-4F43-B52C-418BB0A2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8EC6A-E487-4D67-8E26-7238AD8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38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DBE69-4FE0-4DD2-B77F-6505C626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86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雾银矩形框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F46DF-F0DA-4721-B2C9-9DE13E39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已脱敏采集包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5D828-1117-4547-A930-2C49CCF2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F883B-45E2-4089-A2F6-52AE344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7DC97-F33F-4951-ADF0-FA3AECA9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2C687-7544-4C4C-8C5A-ADFFD5CB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3E4B3-481F-461F-822E-B531940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11E10-B2A5-4AD1-A6CB-6B57D418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轻钛半框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DC15BE-27E8-47F7-968E-CF5092AD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已脱敏采集包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7B554-86C5-4BBA-A2D2-8D38CD8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E0D9E-67E2-4B06-B757-232C9BD5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C0E3D-EEB4-4F03-92AC-991C9817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打包发送给商家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63D548-22AB-4EAF-B1AB-C5935D9C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6E691-8B19-4AA7-91DA-3A37E6E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不再是“发送给商家”一个按钮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0E3E2-ED26-40F9-896E-D5B246FB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先加入心愿单，再把最后一次采集数据、验光单和定制说明打包给商家；公开材料只展示脱敏包，不暴露人脸。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AD4827-0477-41FC-9DDA-DB8CE46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6B5B1-D13E-4637-95C7-32728929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74689"/>
      </p:ext>
    </p:extLst>
  </p:cSld>
  <p:transition spd="med">
    <p:push dir="l"/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D87C3B-1587-4C08-95CD-7191098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FFE61-015E-4F19-B53E-38E2051A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BD5C1-29E3-42C7-8A2F-A2D130A2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技术路线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E9F8A-E830-4010-9D47-2402BAC6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AI 用在“识别、测算、对齐和沟通整理”上。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EE6D3-97EB-46D3-8B9A-E5BE9A74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5827E-F216-4EA8-B4A0-61B63FFD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F31DF-1DA3-4B39-B114-E0370B19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MediaPipe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E6A46-CADE-41B0-9A39-423A1817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468 个面部关键点，估算眼距、鼻梁、脸廓、嘴部动作和稳定帧。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6CD1E-CB13-4887-A5E3-A59B7ED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1F02E-8231-4EC6-A50D-39FC3EED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多角度采集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106B7-1332-48A6-952F-49A7FF66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正脸、左右转、上下抬低、张嘴、眨眼，用来减少单张照片误差。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9CDBD-7E4A-4F3A-9495-45C6B77C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1503F-5C1A-4A3F-A726-19F7E0A2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Kimi 顾问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2156A-1397-455B-96A0-9AD3248A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624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服务端调用 Kimi，把采集数据、心愿单和验光单草稿整理成可沟通建议。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C0BAE-0405-4989-9BC6-25BD9AE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FCE7C-1F69-4B43-9B2F-5DEAA29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服务器同步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CD5CF-29B4-41BF-9721-1A96D68C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434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聊天、验光单、心愿单和采集数据上传服务器，本地只做缓存。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AFDCD-DD1D-4316-A4DE-B21F5EC5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C25A7-420D-4188-9E65-D1163D2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7284680"/>
      </p:ext>
    </p:extLst>
  </p:cSld>
  <p:transition spd="med">
    <p:fade/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BB9EB-6B78-4F3F-9200-689C019C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DCC5F-6E26-47AD-998A-5B184960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AA54F-D10E-4650-ACFB-E464B698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视觉与字体优化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9379F-2039-4537-8E14-0A31B0E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3000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字体不是装饰，是让评审更快读懂层级。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208BC-8CBC-4AD6-BA5E-DE313C60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71605-8ED7-4348-8CDF-331E9600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D55"/>
                </a:solidFill>
                <a:latin typeface="Kaiti SC"/>
                <a:ea typeface="Kaiti SC"/>
                <a:cs typeface="Kaiti SC"/>
              </a:defRPr>
            </a:pPr>
            <a:r>
              <a:rPr sz="2550" b="1">
                <a:solidFill>
                  <a:srgbClr val="145D55"/>
                </a:solidFill>
                <a:latin typeface="Kaiti SC"/>
                <a:ea typeface="Kaiti SC"/>
                <a:cs typeface="Kaiti SC"/>
              </a:rPr>
              <a:t>楷体标题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B1C37-A712-442E-A05E-0B710DBE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用于封面、章节句和强调语，让项目有一点学生作品的温度。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096E7-7080-402B-895E-2F4BE6C8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A80D5-4D1A-4477-89A0-CB160E3F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2B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0232B"/>
                </a:solidFill>
                <a:latin typeface="Songti SC"/>
                <a:ea typeface="Songti SC"/>
                <a:cs typeface="Songti SC"/>
              </a:rPr>
              <a:t>宋体说明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B848C-255A-4996-A14A-17E5A72A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用于解释性段落和申报表信息，显得正式、稳一点。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A732B-6358-46FD-B8BA-787AF061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39616-638A-48CA-97B9-415837D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黑体操作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76B03-5C17-4E39-9FBD-87D59B5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用于按钮、流程、数据项，让演示时一眼能扫到关键动作。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343CB-FA9B-469D-A5B3-0878EE3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76A59-D96D-46CE-8AFD-BC0EC56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2243918"/>
      </p:ext>
    </p:extLst>
  </p:cSld>
  <p:transition spd="med">
    <p:push dir="l"/>
  </p:transition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1FC51-8328-4428-9786-4076AD4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56928-8AFA-4D4E-86F9-68B49F6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93737-0727-4F05-AA1B-CF089FA3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真实边界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EA9FD-B80D-4906-B656-B93A7804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申报材料里要主动讲清楚边界，反而更可信。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A5F6-C625-4B89-96B0-26ABF86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810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789B8-91C3-4419-9546-EE2EC2C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0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B4E07-2FA3-4F14-AFDA-32E1A66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配镜参数是辅助沟通和试戴参考，不替代医院/眼镜店的正式验光。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1B7CB-0116-4BEB-8464-CF9EE23B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88F9D-B2A3-4DE6-818D-D504FDFF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瞳距、镜圈宽度、鼻梁宽等数据会标注“估算/需确认”，避免误导用户。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EF856-CF50-4109-982C-C1AEA5E2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33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5B2E3-8360-404D-AC36-DBFD6953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公开 PPT 和官网预览不展示真人脸；真实采集画面只在用户授权的会话内使用。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1218E-F085-4192-B33A-6245DD12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B9F25-29AE-4C2C-926D-0DAE11B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商家上传镜框后，需要校准透明背景、镜架中心线、镜圈宽度和鼻梁宽，才能进入试戴。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6E96B-C7DE-411C-9996-C2FAB130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17F1B-0EEB-4F83-84E1-74612740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3331169"/>
      </p:ext>
    </p:extLst>
  </p:cSld>
  <p:transition spd="med">
    <p:fade/>
  </p:transition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4BD8A-A1A0-4A95-B2D1-066A392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51ADF-C6B9-4100-A0A8-BD79984E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28DDB-CB11-42F0-B143-624A1F4E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完成度与下一步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2855A-2C1E-428A-842A-94264E1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从 Demo 到多人使用，下一步集中补稳定性和商家能力。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AF65A-B2A0-47EA-951F-687B02EE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2724E-7A45-4CFC-A729-0173CA2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B6F90-995A-4CB2-882A-B9E6B59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B8DBF-335A-400C-94BD-5D75AEE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D7EBE5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D7EBE5"/>
                </a:solidFill>
                <a:latin typeface="PingFang SC"/>
                <a:ea typeface="PingFang SC"/>
                <a:cs typeface="PingFang SC"/>
              </a:rPr>
              <a:t>站点上线、首页/引导/顾客/聊天/商家页、80 款镜框、报告、二维码和 Kimi 顾问接口。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5D892-52CF-4A94-A4FC-13821D45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D072E-E36E-428D-9C69-DB247EE8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继续优化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0D584-2406-43F9-88E8-60F1817D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AD488-051F-42FB-A33A-997F465F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MediaPipe 测算准确率、单帧对齐、镜框全图预览、响应式布局。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6BB87-6250-4592-8F4D-692F3ED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A44C4-E7E6-4197-9C03-FF006B7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新增计划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0D354-4F03-4BEB-8FA6-989B729A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146ED-9760-48F8-89A2-DD4F4E97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商家上传镜框自动校准、实时聊天推送、定制单打包和商家话术编辑。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2F4B2-8079-44AB-A796-45A62877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1575B-0847-48A7-B961-50923FC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8792093"/>
      </p:ext>
    </p:extLst>
  </p:cSld>
  <p:transition spd="med">
    <p:push dir="l"/>
  </p:transition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D1C31-1268-40CD-8061-DA92240D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8D055-20AC-422F-BE44-0C3BFBC0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16F87-EEEE-49DF-95D4-50B529F0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Kimi 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76FEF-E047-41AB-B9E0-9E906DB8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2925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把 AI 部署到服务端，让聊天真的能帮上配镜流程。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86C2D-EAFF-44D0-AFE0-6CDDDAE2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429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1164A-D3ED-4093-8FB2-0956A5F2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不是把 key 放在网页里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923AD-C9AB-4667-B4E1-BC5795BE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714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BE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7EBE5"/>
                </a:solidFill>
                <a:latin typeface="PingFang SC"/>
                <a:ea typeface="PingFang SC"/>
                <a:cs typeface="PingFang SC"/>
              </a:rPr>
              <a:t>前端只发送用户问题、当前镜框、采集参数、验光单草稿和心愿单；Kimi API Key 只在服务器环境变量里读取。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3C731-3982-48D9-9C9A-0FC5A28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75CE0-EB9C-4545-A86F-C02FF7C3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KIMI_API_KEY</a:t>
            </a:r>
          </a:p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KIMI_MODEL</a:t>
            </a:r>
          </a:p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KIMI_TIMEOUT_MS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B5DA0-71C0-474C-9EB7-4DB3736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2ADCB-0AE2-478E-BD75-71F0BF55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F3F21-204C-4A5F-A5C9-E6C8C02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9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1CF83-00BF-4BBE-A13A-FFE9C91A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顾客提问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3F89C-CEEE-4AFE-83BF-776ECC88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051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问镜圈宽度、鼻托、验光单、定制或商家沟通。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C6F89-81B0-4617-BC92-398CA230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60386-CBD6-4EE4-8633-F5CB27B4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2B82F-CA72-463D-AA8D-341DBFDD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9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C1865-49BC-4496-9992-D5307BF9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服务端整理上下文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EE496-E3E3-4D5E-959E-E3B9702D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合并 MediaPipe 数据、当前镜框、心愿单和验光单草稿。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EF6EB-AF6A-4B2E-A37F-7044B42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7FE17-E51E-4EAF-8E29-58ED853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33EE3-ED83-4E83-9734-9491C4FA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00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9D6FC-6C02-485A-9941-9211D3B2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43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Kimi 生成建议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6B111-7B72-419C-B8EA-2E1AD2F9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输出短句客服回复，并提醒度数以正规验光单为准。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2F8E6-27E1-41B9-92B1-7028C8E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37237-5000-4487-A429-D5EF1FD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B7B08-23E1-442C-9087-EB4F300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00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F9C0C-091C-4C32-ABEF-FFFD2AEF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写回会话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4440E-2BE9-463F-999C-B065CA4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回复和原始消息一起保存到服务器，商家页可继续查看。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3891DF-9F58-4491-A0CE-D355C75E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768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5D5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5D55"/>
                </a:solidFill>
                <a:latin typeface="Songti SC"/>
                <a:ea typeface="Songti SC"/>
                <a:cs typeface="Songti SC"/>
              </a:rPr>
              <a:t>作用：没有商家在线时，用户也能先把需求讲清楚；有商家时，AI 帮忙把参数、风险和待补资料整理成更容易接单的文字。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525FC0-5C5B-4CD3-9704-ED96B40B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1381C-9194-4C28-8BAC-09BC0133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4367242"/>
      </p:ext>
    </p:extLst>
  </p:cSld>
  <p:transition spd="med">
    <p:fade/>
  </p:transition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1D540-7AA1-4B86-91E0-14FBD9BF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F1596-E688-47DF-B33D-D3178133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4F7D2-488F-4124-892E-285BE43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结尾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AAE0D-D58C-4AE2-809A-C850E79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3225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让一次线上试戴，留下能继续沟通的证据。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D7692-49D6-426C-8E7C-C435E5C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DA9F4-B7D4-433C-8B8D-9680DC74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4095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2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10232B"/>
                </a:solidFill>
                <a:latin typeface="Songti SC"/>
                <a:ea typeface="Songti SC"/>
                <a:cs typeface="Songti SC"/>
              </a:rPr>
              <a:t>这不是一个“只展示 AI 很酷”的项目，而是一个从真实使用问题里长出来的小产品：用户想省一次出门，商家想少问几轮，页面就要把参数、截图、验光单和心愿单整理好。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FAEF1-DE91-4C0F-AA36-01AAAF0C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95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9fa7273ae4fe9"/>
          <a:stretch xmlns:a="http://schemas.openxmlformats.org/drawingml/2006/main"/>
        </p:blipFill>
        <p:spPr>
          <a:xfrm xmlns:a="http://schemas.openxmlformats.org/drawingml/2006/main">
            <a:off x="7429500" y="21907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5B027-3E7B-4844-8D60-1E71C03A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Demo</a:t>
            </a:r>
          </a:p>
          <a:p xmlns:a="http://schemas.openxmlformats.org/drawingml/2006/main">
            <a:pPr algn="ctr">
              <a:def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https://glasses.zhengzhengstudio.cn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83E8B-A8EE-4565-BE6D-D2ABB62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85E4A-B79B-43DE-A875-7AB53691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7031957"/>
      </p:ext>
    </p:extLst>
  </p:cSld>
  <p:transition spd="slow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2026-05-20T10:00:32.0940000Z</dcterms:created>
  <dcterms:modified xsi:type="dcterms:W3CDTF">2026-05-20T10:00:32.0950000Z</dcterms:modified>
</coreProperties>
</file>