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0e725de73b4f78" /><Relationship Type="http://schemas.openxmlformats.org/officeDocument/2006/relationships/extended-properties" Target="/docProps/app.xml" Id="R042e91fe83db4ab0" /><Relationship Type="http://schemas.openxmlformats.org/officeDocument/2006/relationships/officeDocument" Target="/ppt/presentation.xml" Id="Rd094476e60a04f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863dbc9ec4831"/>
  </p:sldMasterIdLst>
  <p:notesMasterIdLst>
    <p:notesMasterId xmlns:r="http://schemas.openxmlformats.org/officeDocument/2006/relationships" r:id="R69d661cf8d074809"/>
  </p:notesMasterIdLst>
  <p:sldIdLst>
    <p:sldId xmlns:r="http://schemas.openxmlformats.org/officeDocument/2006/relationships" id="256" r:id="R03533474faf24387"/>
    <p:sldId xmlns:r="http://schemas.openxmlformats.org/officeDocument/2006/relationships" id="257" r:id="R6ffeedf91813495d"/>
    <p:sldId xmlns:r="http://schemas.openxmlformats.org/officeDocument/2006/relationships" id="258" r:id="R4011536330824a8c"/>
    <p:sldId xmlns:r="http://schemas.openxmlformats.org/officeDocument/2006/relationships" id="259" r:id="Rcdd61d15d2934b73"/>
    <p:sldId xmlns:r="http://schemas.openxmlformats.org/officeDocument/2006/relationships" id="260" r:id="R1b2f028dbad34608"/>
    <p:sldId xmlns:r="http://schemas.openxmlformats.org/officeDocument/2006/relationships" id="261" r:id="R814945630ecd4fd7"/>
    <p:sldId xmlns:r="http://schemas.openxmlformats.org/officeDocument/2006/relationships" id="262" r:id="Ree8f373e55124d9b"/>
    <p:sldId xmlns:r="http://schemas.openxmlformats.org/officeDocument/2006/relationships" id="263" r:id="R3670ab6bf2e047cb"/>
    <p:sldId xmlns:r="http://schemas.openxmlformats.org/officeDocument/2006/relationships" id="264" r:id="R9f3df30d8b51488a"/>
    <p:sldId xmlns:r="http://schemas.openxmlformats.org/officeDocument/2006/relationships" id="265" r:id="R322a7bfb6d1349fa"/>
    <p:sldId xmlns:r="http://schemas.openxmlformats.org/officeDocument/2006/relationships" id="266" r:id="Rbb26f230b7024c80"/>
    <p:sldId xmlns:r="http://schemas.openxmlformats.org/officeDocument/2006/relationships" id="267" r:id="Re4e2937716a7429a"/>
    <p:sldId xmlns:r="http://schemas.openxmlformats.org/officeDocument/2006/relationships" id="268" r:id="R0928e35abcb7496b"/>
    <p:sldId xmlns:r="http://schemas.openxmlformats.org/officeDocument/2006/relationships" id="269" r:id="Re27192bb6c9149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863dbc9ec4831" /><Relationship Type="http://schemas.openxmlformats.org/officeDocument/2006/relationships/theme" Target="/ppt/theme/theme1.xml" Id="R4bd55f1224a349d7" /><Relationship Type="http://schemas.openxmlformats.org/officeDocument/2006/relationships/notesMaster" Target="/ppt/notesMasters/notesMaster1.xml" Id="R69d661cf8d074809" /><Relationship Type="http://schemas.openxmlformats.org/officeDocument/2006/relationships/presProps" Target="/ppt/presProps.xml" Id="Rba67818840a544d8" /><Relationship Type="http://schemas.openxmlformats.org/officeDocument/2006/relationships/viewProps" Target="/ppt/viewProps.xml" Id="R09301ad3cd1b4c77" /><Relationship Type="http://schemas.openxmlformats.org/officeDocument/2006/relationships/tableStyles" Target="/ppt/tableStyles.xml" Id="Rbb4596ba2e7742a5" /><Relationship Type="http://schemas.openxmlformats.org/officeDocument/2006/relationships/slide" Target="/ppt/slides/slide1.xml" Id="R03533474faf24387" /><Relationship Type="http://schemas.openxmlformats.org/officeDocument/2006/relationships/slide" Target="/ppt/slides/slide2.xml" Id="R6ffeedf91813495d" /><Relationship Type="http://schemas.openxmlformats.org/officeDocument/2006/relationships/slide" Target="/ppt/slides/slide3.xml" Id="R4011536330824a8c" /><Relationship Type="http://schemas.openxmlformats.org/officeDocument/2006/relationships/slide" Target="/ppt/slides/slide4.xml" Id="Rcdd61d15d2934b73" /><Relationship Type="http://schemas.openxmlformats.org/officeDocument/2006/relationships/slide" Target="/ppt/slides/slide5.xml" Id="R1b2f028dbad34608" /><Relationship Type="http://schemas.openxmlformats.org/officeDocument/2006/relationships/slide" Target="/ppt/slides/slide6.xml" Id="R814945630ecd4fd7" /><Relationship Type="http://schemas.openxmlformats.org/officeDocument/2006/relationships/slide" Target="/ppt/slides/slide7.xml" Id="Ree8f373e55124d9b" /><Relationship Type="http://schemas.openxmlformats.org/officeDocument/2006/relationships/slide" Target="/ppt/slides/slide8.xml" Id="R3670ab6bf2e047cb" /><Relationship Type="http://schemas.openxmlformats.org/officeDocument/2006/relationships/slide" Target="/ppt/slides/slide9.xml" Id="R9f3df30d8b51488a" /><Relationship Type="http://schemas.openxmlformats.org/officeDocument/2006/relationships/slide" Target="/ppt/slides/slide10.xml" Id="R322a7bfb6d1349fa" /><Relationship Type="http://schemas.openxmlformats.org/officeDocument/2006/relationships/slide" Target="/ppt/slides/slide11.xml" Id="Rbb26f230b7024c80" /><Relationship Type="http://schemas.openxmlformats.org/officeDocument/2006/relationships/slide" Target="/ppt/slides/slide12.xml" Id="Re4e2937716a7429a" /><Relationship Type="http://schemas.openxmlformats.org/officeDocument/2006/relationships/slide" Target="/ppt/slides/slide13.xml" Id="R0928e35abcb7496b" /><Relationship Type="http://schemas.openxmlformats.org/officeDocument/2006/relationships/slide" Target="/ppt/slides/slide14.xml" Id="Re27192bb6c91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eef1dfaf2a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0681d6fe94a43" /><Relationship Type="http://schemas.openxmlformats.org/officeDocument/2006/relationships/notesMaster" Target="/ppt/notesMasters/notesMaster1.xml" Id="R60ff25d3f002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7fab853693464b" /><Relationship Type="http://schemas.openxmlformats.org/officeDocument/2006/relationships/notesMaster" Target="/ppt/notesMasters/notesMaster1.xml" Id="Rcbacf0e7f66a48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78d688ba22426f" /><Relationship Type="http://schemas.openxmlformats.org/officeDocument/2006/relationships/notesMaster" Target="/ppt/notesMasters/notesMaster1.xml" Id="Rfb1726401d1b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af816c914d4d90" /><Relationship Type="http://schemas.openxmlformats.org/officeDocument/2006/relationships/notesMaster" Target="/ppt/notesMasters/notesMaster1.xml" Id="R25b0002213ed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c17bbee2046c3" /><Relationship Type="http://schemas.openxmlformats.org/officeDocument/2006/relationships/notesMaster" Target="/ppt/notesMasters/notesMaster1.xml" Id="Re203395097b44f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53b5cd7c0f4828" /><Relationship Type="http://schemas.openxmlformats.org/officeDocument/2006/relationships/notesMaster" Target="/ppt/notesMasters/notesMaster1.xml" Id="R5b9a76df0c194d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b7e5a4ee34887" /><Relationship Type="http://schemas.openxmlformats.org/officeDocument/2006/relationships/notesMaster" Target="/ppt/notesMasters/notesMaster1.xml" Id="R90e3196d928b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7279cad9924239" /><Relationship Type="http://schemas.openxmlformats.org/officeDocument/2006/relationships/notesMaster" Target="/ppt/notesMasters/notesMaster1.xml" Id="Rc2a35adf108f42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1a48bdfb4944a6" /><Relationship Type="http://schemas.openxmlformats.org/officeDocument/2006/relationships/notesMaster" Target="/ppt/notesMasters/notesMaster1.xml" Id="R3aac3958366140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6e47cfff684f6f" /><Relationship Type="http://schemas.openxmlformats.org/officeDocument/2006/relationships/notesMaster" Target="/ppt/notesMasters/notesMaster1.xml" Id="Ra484a532dbc44e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7ea5da74e7407f" /><Relationship Type="http://schemas.openxmlformats.org/officeDocument/2006/relationships/notesMaster" Target="/ppt/notesMasters/notesMaster1.xml" Id="R49901e34e87842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834efadaf4c3e" /><Relationship Type="http://schemas.openxmlformats.org/officeDocument/2006/relationships/notesMaster" Target="/ppt/notesMasters/notesMaster1.xml" Id="R00f36315260845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7a33bc39c84456" /><Relationship Type="http://schemas.openxmlformats.org/officeDocument/2006/relationships/notesMaster" Target="/ppt/notesMasters/notesMaster1.xml" Id="R672dc14959404c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5d5ce71b2a4b82" /><Relationship Type="http://schemas.openxmlformats.org/officeDocument/2006/relationships/notesMaster" Target="/ppt/notesMasters/notesMaster1.xml" Id="R3c69cdc7406e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ab7cfe16c40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e5cf2a795974402" /><Relationship Type="http://schemas.openxmlformats.org/officeDocument/2006/relationships/slideLayout" Target="/ppt/slideLayouts/slideLayout2.xml" Id="Rd8b37bae143e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37bae143e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c7609b8bc4f46" /><Relationship Type="http://schemas.openxmlformats.org/officeDocument/2006/relationships/image" Target="/ppt/media/image.png" Id="R597ff634da364113" /><Relationship Type="http://schemas.openxmlformats.org/officeDocument/2006/relationships/image" Target="/ppt/media/image2.png" Id="R1f8367100c4541f8" /><Relationship Type="http://schemas.openxmlformats.org/officeDocument/2006/relationships/notesSlide" Target="/ppt/notesSlides/notesSlide1.xml" Id="R123f66678bdb4a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a1dde2d1a4406" /><Relationship Type="http://schemas.openxmlformats.org/officeDocument/2006/relationships/notesSlide" Target="/ppt/notesSlides/notesSlide2.xml" Id="Rd010db0a0a3e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da49b51864dbd" /><Relationship Type="http://schemas.openxmlformats.org/officeDocument/2006/relationships/notesSlide" Target="/ppt/notesSlides/notesSlide3.xml" Id="R3da662edcb03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54f0c46914bd5" /><Relationship Type="http://schemas.openxmlformats.org/officeDocument/2006/relationships/image" Target="/ppt/media/image.jpeg" Id="R292b95a6b6004845" /><Relationship Type="http://schemas.openxmlformats.org/officeDocument/2006/relationships/notesSlide" Target="/ppt/notesSlides/notesSlide4.xml" Id="R2694519c0bdd48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a5d4ca9aea4667" /><Relationship Type="http://schemas.openxmlformats.org/officeDocument/2006/relationships/image" Target="/ppt/media/image2.jpeg" Id="R761559d7dd174ac2" /><Relationship Type="http://schemas.openxmlformats.org/officeDocument/2006/relationships/notesSlide" Target="/ppt/notesSlides/notesSlide5.xml" Id="R6774b3692930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91a0372764088" /><Relationship Type="http://schemas.openxmlformats.org/officeDocument/2006/relationships/notesSlide" Target="/ppt/notesSlides/notesSlide6.xml" Id="R997b5d30542a47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4709a62474915" /><Relationship Type="http://schemas.openxmlformats.org/officeDocument/2006/relationships/notesSlide" Target="/ppt/notesSlides/notesSlide7.xml" Id="Rcc9c2026f36b41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a1d0723c114e2a" /><Relationship Type="http://schemas.openxmlformats.org/officeDocument/2006/relationships/notesSlide" Target="/ppt/notesSlides/notesSlide8.xml" Id="R8ec2978b00f948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d043fe7954e58" /><Relationship Type="http://schemas.openxmlformats.org/officeDocument/2006/relationships/notesSlide" Target="/ppt/notesSlides/notesSlide9.xml" Id="R7a9237cfbec248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39dc9276584a8f" /><Relationship Type="http://schemas.openxmlformats.org/officeDocument/2006/relationships/notesSlide" Target="/ppt/notesSlides/notesSlide10.xml" Id="R351ed43f145141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979ccf65a4836" /><Relationship Type="http://schemas.openxmlformats.org/officeDocument/2006/relationships/notesSlide" Target="/ppt/notesSlides/notesSlide11.xml" Id="R85579c8e4299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516eba24c49d3" /><Relationship Type="http://schemas.openxmlformats.org/officeDocument/2006/relationships/notesSlide" Target="/ppt/notesSlides/notesSlide12.xml" Id="R143855c858db49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6ba376264465c" /><Relationship Type="http://schemas.openxmlformats.org/officeDocument/2006/relationships/notesSlide" Target="/ppt/notesSlides/notesSlide13.xml" Id="Rc227ea00aa5549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259a718d5413f" /><Relationship Type="http://schemas.openxmlformats.org/officeDocument/2006/relationships/image" Target="/ppt/media/image3.png" Id="Rd5c03ef4d8e74adf" /><Relationship Type="http://schemas.openxmlformats.org/officeDocument/2006/relationships/notesSlide" Target="/ppt/notesSlides/notesSlide14.xml" Id="R698f77ceb9304b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FFA27-2593-4752-AAEF-E50D45C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E190E-93EB-48C8-9992-C9EEDF0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5C4E6-3B6D-471D-BBD2-263452E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WAIC 2026 青少年 AI 应用实践案例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2A806-2E02-49CF-8492-513F0B7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04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4350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铮铮眼镜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DED81-3A27-4679-9D64-D2389301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D55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145D55"/>
                </a:solidFill>
                <a:latin typeface="Songti SC"/>
                <a:ea typeface="Songti SC"/>
                <a:cs typeface="Songti SC"/>
              </a:rPr>
              <a:t>在线试戴与配镜沟通平台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1836E-6D08-4211-9187-EECF385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把人脸关键点采集、镜框试戴、配镜报告和商家沟通连成一个真实可演示的网页流程。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E9995-CE49-49B7-A7DF-8BC50DEF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团队/学生：铮铮实验室（个人信息可补）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状态：已上线 Demo，持续优化中</a:t>
            </a:r>
          </a:p>
          <a:p xmlns:a="http://schemas.openxmlformats.org/drawingml/2006/main">
            <a:pPr algn="l">
              <a:def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Demo：https://glasses.zhengzhengstudio.cn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5C87A-0918-4ECB-9477-6125D54E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91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7EBE9-9CC8-4D08-910C-16E7970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 Demo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ff634da364113"/>
          <a:stretch xmlns:a="http://schemas.openxmlformats.org/drawingml/2006/main"/>
        </p:blipFill>
        <p:spPr>
          <a:xfrm xmlns:a="http://schemas.openxmlformats.org/drawingml/2006/main">
            <a:off x="7953375" y="1619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C6F56-93A7-4198-93B0-587B85C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29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glasses.zhengzhengstudio.cn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367100c4541f8"/>
          <a:stretch xmlns:a="http://schemas.openxmlformats.org/drawingml/2006/main"/>
        </p:blipFill>
        <p:spPr>
          <a:xfrm xmlns:a="http://schemas.openxmlformats.org/drawingml/2006/main">
            <a:off x="7830820" y="4876800"/>
            <a:ext cx="1788160" cy="838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A6B4E-CEF2-4DD5-AA9B-491EC9F3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D1C8E-9F75-4A28-A62F-871191BF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0972542"/>
      </p:ext>
    </p:extLst>
  </p:cSld>
  <p:transition spd="slow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B0253-6F3F-437C-A2CF-C6985A6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95E9-A0CD-41D5-9A82-2D0690B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1F5AD-5653-4421-AAF8-3A3E544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3DD00-BE86-4FE8-9F23-1BE4E699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配镜前，用户和商家缺少同一份“可继续沟通”的资料。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C62A5-B983-46DF-97D2-70E93942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01D87-F347-4C97-86AE-60FBCF0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戴镜人士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74F92-AD46-496D-B3DA-A2BED6BD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5A8CE-AFF0-4926-9CD4-D0F1FB28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不想出门也想先知道适合什么镜框；但只看商品图，难判断脸宽、鼻梁、瞳距和风格。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4DA80-7B3E-4050-B8D1-30D6591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6C1CF-C05A-45D3-8CA0-DC7BB4D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眼镜商家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F1574-0F2C-4731-8B2D-F4D150C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F15C3-6BA0-4086-8D47-DCCD0D57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线上接定制单时，照片、偏好、参数和验光信息分散，反复确认会拖慢沟通。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E1C9A-439D-46E3-B3B9-28DF78D7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1997C-10AE-4380-B347-4B2F8EB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项目切入点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8C856-E235-4983-AC8E-A7F906DD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7834D-FFD4-4600-A5AE-F339D0D8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先做能用的网站 Demo，让用户先采集、试戴、保存报告，再把资料发给商家继续确认。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39066-2486-46AC-8F95-C6BD19F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12787-CBAE-4BF1-8566-61233CB3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4807415"/>
      </p:ext>
    </p:extLst>
  </p:cSld>
  <p:transition spd="med">
    <p:push dir="l"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F3723B-C183-4748-96D4-F34A38EF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E2264-23AB-41E1-ADB3-96CB917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45EB-DD4D-443F-9B33-2195B9F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产品路径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37D6-6737-490E-B8A9-C016E06D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四步走：从用户进入，到带着数据去沟通。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0DAC0-2BA1-4CCD-8C84-D89C22A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2B978-C3B5-4762-8B96-7AC8D8B0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EAD4B-262D-4BA3-9EFF-C777C373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登录/临时用户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DF30E-CE3A-45CF-94C2-705D3CF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登录后显示账号信息；临时用户只需输入名称，当前会话也能体验。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92EC9-B42D-466D-88E9-F010D840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72427-311B-465D-8850-FA8A8F2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375AD-2F68-47F5-8B12-2124D9B1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F0288-AB87-4084-BB6A-8D83AA1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D976C-79A2-484A-8E1A-57FBAB5D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正脸、左右转、上下抬低、张嘴、眨眼；不在采集阶段试戴，先把关键数据采稳。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DE9F3-2737-4C35-97AA-899001A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FEEA5-5C36-4342-95D4-57B8EFD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6C8B1-D5A2-4E30-BC41-222BD9F0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AECFF-6ECF-47BD-B88E-E878219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实时试戴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B9CD0-9058-49F6-8A1B-8CC1064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摄像头 + MediaPipe 关键点定位；支持切换镜框、自动缩放、手动调整和心愿单。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47BDF-27AF-4F75-BED8-3E613853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9BBEC-9BA4-4430-9325-C2625DB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4003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DE49C-EC3F-477A-8C4E-AC3A504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99FB8-468A-43D5-888A-DBD0A37E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报告与聊天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58F82-E1A5-46FE-8F8A-41B3A096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导出图片/JSON 报告，填写验光单，把心愿单和定制需求发送给商家。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47ECE-1C75-4CDB-B6D0-E8F46AE2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E1878-9BF0-47F4-BB6F-68A76AC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5719328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1D760-6BA2-47DF-A091-9B227DF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ADE67-292F-4B8F-B4F3-58888FEC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1AED6-196E-4F49-B8B6-16D67F4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1：线上站点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D5D9-BEA6-458A-AFD6-DBD4D8E0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线上首页已经能展示项目入口和当前用户状态。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b95a6b6004845"/>
          <a:stretch xmlns:a="http://schemas.openxmlformats.org/drawingml/2006/main"/>
        </p:blipFill>
        <p:spPr>
          <a:xfrm xmlns:a="http://schemas.openxmlformats.org/drawingml/2006/main">
            <a:off x="666750" y="16883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CFF40-3D1E-414B-93FE-5A3E400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抓取来源：glasses.zhengzhengstudio.cn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用途：WAIC 评审可直接打开验证。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页面重点：账号/临时用户、历史数据、进入采集、聊天和商家入口。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D6A07-7C60-45FC-A650-26614A34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1608F-2BEA-4985-ADF1-3A15C976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2241384"/>
      </p:ext>
    </p:extLst>
  </p:cSld>
  <p:transition spd="med">
    <p:push dir="l"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81D79-7944-45F9-9586-7C59A0F6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3EA22-5ADA-45FF-AB74-647A4AB8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8047E-FF67-4B12-9533-C21E76D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截图证据 2：分步 onboard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25E47-6705-4510-A0AB-3E46954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把复杂功能拆成注册式流程，减少一屏堆满。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559d7dd174ac2"/>
          <a:stretch xmlns:a="http://schemas.openxmlformats.org/drawingml/2006/main"/>
        </p:blipFill>
        <p:spPr>
          <a:xfrm xmlns:a="http://schemas.openxmlformats.org/drawingml/2006/main">
            <a:off x="685800" y="16502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B83BC-1346-403F-BCC9-3A79132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新增内容之一：</a:t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像公众平台注册一样分步骤推进，用户只做当前步骤需要做的事。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这一页也用于证明项目不是单页 Demo，而是已经开始做真实产品流程。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01B0B-D43C-49C1-8ACB-F36E23B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96BB-B8B4-4A99-9082-D793C9F7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8413695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2857C-6028-4928-A48E-F1B7E0F1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5C699-4E4F-47FA-BDD7-9E80475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10E16-F6E6-44C8-976A-E3F84D1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3：实时试戴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1ED35-527E-404D-B6E2-609DA46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公开材料不展示真人脸，只展示试戴流程和关键数据。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EFC8E-D448-497E-867A-0CF07F98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191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A8FB8-2CFD-4F3D-827F-F41D4E95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55816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708BC-27B0-4166-B942-376B1C2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BF583-1C91-40A4-B0DA-5F27D01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摄像头区域已脱敏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761DB-20BF-46C3-BDFF-9288381C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9525">
            <a:solidFill>
              <a:srgbClr val="C9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64731-065E-4C0A-8693-518C7EE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人脸画面不进入公开 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F83A5-54E8-484E-999F-8A8F2D8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86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仅保留关键点、镜框、尺寸和流程说明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CDC8B-65F1-4882-A7B3-FE3917A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9B2AD-3E05-48D4-8583-8F8EE55D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0BD4C-C31F-4228-8911-0AB0FC8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EA234-471C-4BC8-8C37-272FE3A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关键点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F60BA-4AE8-423F-97F9-99B5CC5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镜框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5436F-3326-408C-A5E6-47919A6A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网格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BE1E6-594D-4D46-9F5B-E9ED833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14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实时缩放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68291-D00C-47C0-AA05-19EB204B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6343A-9DC2-4BB6-BAEB-57481C2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新增内容之二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8FAEF-7949-4ADE-98F9-2B9A843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镜框支持手动缩放、上下左右、旋转微调，也可以用 Kimi 根据眼部角度和当前镜框给出校正建议。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试戴结论和报告只保存脱敏画面，避免公开材料暴露用户人脸。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CC582-22FC-4B33-8295-9ECCD5EC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DA6ED-8344-4885-9641-A90D696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2034221"/>
      </p:ext>
    </p:extLst>
  </p:cSld>
  <p:transition spd="med">
    <p:push dir="l"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AA702-8841-4D3C-8642-89BC4CB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0878-CF46-4409-9997-27AC58F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BFCD9-E28C-4BA0-9EE5-AC6ED697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4：报告输出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4FE81-99B6-4522-84D1-2FC8C8A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报告输出参数和建议，不公开用户头像或原始照片。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56935-7D93-485E-A78F-D82C319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3B618-D012-4F9B-90AD-B9BBF11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铮铮眼镜配镜报告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BCE81-8279-4151-9C8C-E4883B6B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用户：匿名/授权用户 · 时间：自动生成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30965-557F-4680-A576-CC96D240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42CF9-CE8A-4A86-A2C2-D07B90DC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0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5A46-1FBE-4D55-B7E8-21F778B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813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圆形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BF694-EE1F-458D-87BA-F6764ED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46AA8-5764-48A2-B680-01D2693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04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脸宽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B99A4-79E5-48F3-8F0B-39F2D10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139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44774-DE4E-4629-8E42-A02C89ED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A7E69-25D1-4E03-B0FA-823BC74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004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9C2AC-34C1-4C9A-AD65-8A36EE7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61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DE74C-2A2E-48EC-A5F2-218DEFCB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0FEAD-F16C-4159-AB35-F3FE8F81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005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建议镜圈宽度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685B7-F65F-4D42-A80C-B4428432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814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50 mm · 小框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D3585-1B3A-460E-AAFE-4EC3F7C0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9F8CE-4BFC-484F-A7D2-46F63B2B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05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移心量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47707-F645-4165-86B3-D69900F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815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3 mm · 理想范围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771F8-C549-4824-92BC-135C2057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48214-3D49-4E89-B2C5-88F14E98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当前镜框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8B567-B10D-49EE-AE08-0CB744E7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815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琥珀圆框 / CHATGPT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2760A-B25F-4197-91E2-6D61CB20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E5937-C30A-4394-8DDE-5BCDD3D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新增内容之三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B4CEA-7BFD-414C-AEE2-456ACD9D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报告页保留二维码、参数、验光单和 JSON 数据说明；公开版本去掉实拍图，实际沟通时由用户主动授权发送。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CC6BD-4B02-4AA7-8091-BEC953F9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09E3E-8E2B-4254-86FF-12004CF5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2876763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C450A-48A7-4919-8C19-4FACE42B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26ED5-CF4B-48EE-80F9-338AC28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69FA6-C55D-4FE6-9973-89C09BD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脱敏演示 5：镜框与商家沟通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FC90C-F7BC-42D8-B307-D4C9FCCB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心愿单和商家列表让顾客端、商家端真正连起来。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46034-A471-4666-B700-8F1EB61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9055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1C891-718F-40F5-AB22-1FF5BD3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心愿单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906BF-6F9D-4E55-8D13-F8F19EE0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9BD4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809E9-CB35-499C-ADD0-1BFE9925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B6F43-B2D2-455E-96ED-B842549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E2B14-3805-40D6-8221-1525C3A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AA547-1AED-40E1-9EFA-8752D418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琥珀圆框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C142F-652A-42AA-B16A-668B4B59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D2223-599F-4862-AA33-67B69B5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已选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39065-3399-4D3E-8B8A-AC25592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8648A-58AF-4B3E-B0E6-B4D8820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FDE47-6517-4455-84A8-79D8B13D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403C4-D24C-493B-973A-F6544A5B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38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FB953-030B-419C-9CC0-0A0FCFA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86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雾银矩形框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73E41-1329-48BA-B242-D285F1A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1F00D-44B3-4385-ABBD-06F7D41D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81CA7-832E-4E22-B226-24009CF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857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A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54648-9AFA-44FB-83F7-7FB2F638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E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E0D90-4ADE-4743-8066-5C6C041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00D9C-F206-4D3D-A083-B568181F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301F5-E07C-4240-834D-15C060C8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轻钛半框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1078E-D712-4B5B-A8B0-0AE8EEB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镜圈 48-52 mm · 已脱敏采集包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4F722-E0F7-45E0-8C10-93D8AE8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2EA1D-83C4-4F86-B088-E17D910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114C0-8A7F-41B2-8538-5890C7C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打包发送给商家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AEBAD-C255-43D5-98AB-1D830ED4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C7A93-EAF4-4661-9997-C9B778F2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不再是“发送给商家”一个按钮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6525B-452A-4167-BBA0-722AD91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先加入心愿单，再把最后一次采集数据、验光单和定制说明打包给商家；公开材料只展示脱敏包，不暴露人脸。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3A9A8C-213B-40CC-BA23-75E3684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0ED32-3D3F-457B-B8E4-10B0D3F4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4970184"/>
      </p:ext>
    </p:extLst>
  </p:cSld>
  <p:transition spd="med">
    <p:push dir="l"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B5BC0-AC86-4D3C-9A2B-DB5DD6D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0727D-4BC8-4C3A-AFB5-2373A8BE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F26A5-AF2C-4E80-A898-56DFE75E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技术路线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DE154-2E5C-41B6-AABE-C811D54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AI 用在“识别、测算、对齐和沟通整理”上。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61C9-D706-4574-912D-DF64451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285BF-30D7-46D6-B1C1-66D5ECC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2D26E-DA8E-4B8D-915F-5B0CB979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MediaPipe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0BD2A-A9EF-4029-97C5-03FF341B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468 个面部关键点，估算眼距、鼻梁、脸廓、嘴部动作和稳定帧。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3EECA-F59A-4B31-8197-5F0A872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1A106-1501-4F8B-81F0-6D6EDA13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多角度采集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97B75-0C74-4251-9A34-6068DAD7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正脸、左右转、上下抬低、张嘴、眨眼，用来减少单张照片误差。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94F6-EFB3-41B9-88E3-8E2B1C3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767B6-22B0-4CAA-8C2E-ACD225C2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顾问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C72A3-DFFD-48FD-8E72-7088D8D7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服务端调用 Kimi，把采集数据、心愿单和验光单草稿整理成可沟通建议。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FE080-94D8-4D31-AA04-4BAF36D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5D024-9A18-40FA-93BC-B8B4B2C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服务器同步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6250B-72D0-4C7A-86B7-934CD4C5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4345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聊天、验光单、心愿单和采集数据上传服务器，本地只做缓存。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E9807-DF84-44B8-A2DA-C7C5FE1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9C621-EA14-4FAB-B087-F3B64083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4921933"/>
      </p:ext>
    </p:extLst>
  </p:cSld>
  <p:transition spd="med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38B17-99A4-4D09-897E-446EE11D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517A-A349-4522-81A9-F814A3E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FA2DC-D416-4384-8380-597D904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视觉与字体优化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23C6A-5423-42E6-B340-C5D763A7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3000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字体不是装饰，是让评审更快读懂层级。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FA14D-2C93-4C13-A9B0-950B6113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A749E-D35B-4749-B8EF-457D2632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5D55"/>
                </a:solidFill>
                <a:latin typeface="Kaiti SC"/>
                <a:ea typeface="Kaiti SC"/>
                <a:cs typeface="Kaiti SC"/>
              </a:defRPr>
            </a:pPr>
            <a:r>
              <a:rPr sz="2550" b="1">
                <a:solidFill>
                  <a:srgbClr val="145D55"/>
                </a:solidFill>
                <a:latin typeface="Kaiti SC"/>
                <a:ea typeface="Kaiti SC"/>
                <a:cs typeface="Kaiti SC"/>
              </a:rPr>
              <a:t>楷体标题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B8EA3-CF4D-4B4E-B312-9D717E7A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用于封面、章节句和强调语，让项目有一点学生作品的温度。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05BA8-F681-4F77-989A-35AE93CC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E6274-E886-4CF0-9373-C28E8F7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2B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0232B"/>
                </a:solidFill>
                <a:latin typeface="Songti SC"/>
                <a:ea typeface="Songti SC"/>
                <a:cs typeface="Songti SC"/>
              </a:rPr>
              <a:t>宋体说明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CB15F-C36E-4A00-8E01-284AFE8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用于解释性段落和申报表信息，显得正式、稳一点。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9E736-1BAE-4AF5-82FA-EB19704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95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4CFAC-F025-4E96-87E5-6499B69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黑体操作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C8909-F78D-49B2-AD30-2741DD3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用于按钮、流程、数据项，让演示时一眼能扫到关键动作。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83729-BF5B-4DC0-A80D-98A3989C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BF31E-827F-4476-90F6-D691E1D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0384699"/>
      </p:ext>
    </p:extLst>
  </p:cSld>
  <p:transition spd="med">
    <p:push dir="l"/>
  </p:transition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479B7-6C6B-4AED-A5EF-0B1C4F2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0A1A9-AD43-4B4C-A54A-161BDE74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468CE-4A1F-4E3D-8514-D174AFF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真实边界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C11E-8F84-41A5-804A-F38AAD43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申报材料里要主动讲清楚边界，反而更可信。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7419F-9634-4F32-B14B-F8E08F0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0279B-737E-41E4-A8B5-07E398D2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2155C-CACE-42AB-9F09-4A430AA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配镜参数是辅助沟通和试戴参考，不替代医院/眼镜店的正式验光。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893AA-83B3-4AB5-9BD2-C892B1C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1109E-00A5-4292-94B2-49D5FA8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瞳距、镜圈宽度、鼻梁宽等数据会标注“估算/需确认”，避免误导用户。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0D051-5422-4F66-9395-FBC227A8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AEBB5-604C-4F1B-9BC2-DDD9674B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公开 PPT 和官网预览不展示真人脸；真实采集画面只在用户授权的会话内使用。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225F1-1093-4AB4-88D3-D8A85C06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80486-8E95-48E0-8CCC-A3C96E47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商家上传镜框后，需要校准透明背景、镜架中心线、镜圈宽度和鼻梁宽，才能进入试戴。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941AA-7A75-410F-A374-3D746E6F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626B9-80BD-40EB-8A23-35E7093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7522514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8BC32-A5D3-400B-B8C6-AA61073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ACEB1-3000-4EB4-85D1-C2BC469E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EEBA4-8366-42D6-89AA-AE4FE98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完成度与下一步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017D-D945-4674-A81B-EC0D3B6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从 Demo 到多人使用，下一步集中补稳定性和商家能力。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40915-7A7E-4D21-90CE-B300935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6ABDF-061C-4303-8D76-8323FEB7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261D8-C057-4F48-B087-D766D9F4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C4DBB-2DEE-4BE4-A685-C5034A9A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站点上线、首页/引导/顾客/聊天/商家页、80 款镜框、报告、二维码和 Kimi 顾问接口。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50BE6-3CB0-4E8D-AB3B-8B992837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E8C7-D2A8-47CB-A38F-66B90C15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继续优化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55904-C4DB-4B86-93AA-F13A06EC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113D3-8F99-421A-93F1-F99994A9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MediaPipe 测算准确率、单帧对齐、镜框全图预览、响应式布局。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CC030-89CD-4CEA-B9AD-608B15FE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9535D-1BE3-465F-B628-E27B748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新增计划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5C141-8329-47CF-BC1D-6C537F6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242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24605-EE66-428E-9016-27DA1464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商家上传镜框自动校准、实时聊天推送、定制单打包和商家话术编辑。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C5DAB-921E-41A8-94C5-AF00220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91C44-E4F8-4864-ACE0-0A33B571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20824469"/>
      </p:ext>
    </p:extLst>
  </p:cSld>
  <p:transition spd="med">
    <p:push dir="l"/>
  </p:transition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BE4FA-109F-4464-A490-5E0A79E7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98DC7-7DB4-4332-916C-E94ABC6A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9258C-2CEE-4217-9E2F-71751133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Kimi 接入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D1596-DC3C-435F-BDD9-891623C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71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2925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把 AI 部署到服务端，让聊天真的能帮上配镜流程。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A6E54-E3A4-4E0C-A4EB-2022E45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30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648D-5C3D-4547-A30B-2E879194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不是把 key 或照片放在网页里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A2D47-BF75-4537-A3D0-AE451BE7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14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7EBE5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D7EBE5"/>
                </a:solidFill>
                <a:latin typeface="PingFang SC"/>
                <a:ea typeface="PingFang SC"/>
                <a:cs typeface="PingFang SC"/>
              </a:rPr>
              <a:t>前端只发送用户问题、当前镜框、采集参数、验光单草稿、心愿单和试戴校正数值；Kimi API Key 只在服务器环境变量里读取，不把人脸图发给 Kimi。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4D6B4-B012-4BD1-9F3B-CD25EAE9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2AF21-C650-4A2B-A235-F5FC940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KIMI_API_KEY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KIMI_MODEL</a:t>
            </a:r>
          </a:p>
          <a:p xmlns:a="http://schemas.openxmlformats.org/drawingml/2006/main">
            <a:pPr algn="l">
              <a:def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F0DE"/>
                </a:solidFill>
                <a:latin typeface="PingFang SC"/>
                <a:ea typeface="PingFang SC"/>
                <a:cs typeface="PingFang SC"/>
              </a:rPr>
              <a:t>KIMI_TIMEOUT_MS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5DA2A-3AD0-4166-938D-0A72112A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16062-A0FF-4EDB-A7B1-D60EE243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CB1A5-3FA6-4D32-8AE9-5C1BA38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EB862-6B99-4AA5-BA70-CD47BD3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顾客提问/试戴校正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54669-234A-4F1F-8F56-D8553E9F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问镜圈宽度、鼻托、验光单，也能请求微调试戴角度。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F9C48-826A-4CF8-A825-DB8054A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4CCEE-AC18-4CC7-B173-8CC2528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8EA85-CA6B-4BEC-9492-7BEA1EB2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98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3E3BA-AA7C-49B8-A13C-F8ECB33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服务端整理上下文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24520-D2BA-48E3-BCC0-D336DAD3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合并 MediaPipe 数据、当前镜框、心愿单、验光单和校正参数。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BA6D5-99F3-486B-8ACA-94E12BBB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F9797-E997-45AB-9048-BF640C59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C61A5-3E7D-4AAE-B482-30FD798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E718E-EE70-4A40-9D5D-F910B793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Kimi 生成建议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ABC37-6FDF-4B61-9854-73CBB91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输出短句客服回复，并提醒度数以正规验光单为准。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0D400-B8ED-4AB9-89F3-5ECDF791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57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50EE0-6235-4DDF-8428-50DF52B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58DBB-40F4-4724-9DBB-4BE1909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33D73-99E8-4921-A1A2-313778E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32B"/>
                </a:solidFill>
                <a:latin typeface="PingFang SC"/>
                <a:ea typeface="PingFang SC"/>
                <a:cs typeface="PingFang SC"/>
              </a:rPr>
              <a:t>写回会话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B8170-38F8-4FAE-8402-4C40F8C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回复和原始消息一起保存到服务器，商家页可继续查看。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6F5BB-FBE7-4584-8A32-15932334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768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5D55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45D55"/>
                </a:solidFill>
                <a:latin typeface="Songti SC"/>
                <a:ea typeface="Songti SC"/>
                <a:cs typeface="Songti SC"/>
              </a:rPr>
              <a:t>作用：没有商家在线时，用户也能先把需求讲清楚；有商家时，AI 帮忙把参数、风险和待补资料整理成更容易接单的文字。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CB4DF-2F92-49A4-A07A-A2AFD6BD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84A3C-4D75-4667-815B-F031579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80074296"/>
      </p:ext>
    </p:extLst>
  </p:cSld>
  <p:transition spd="med">
    <p:fade/>
  </p:transition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603CC-05B5-4356-92E0-260C639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BFA"/>
              </a:gs>
              <a:gs pos="52000">
                <a:srgbClr val="EEF7F4"/>
              </a:gs>
              <a:gs pos="100000">
                <a:srgbClr val="F7F1ED"/>
              </a:gs>
            </a:gsLst>
            <a:lin ang="7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62829-6BA8-4A0A-AD2A-73654BC8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5200D-3739-49EE-A250-25CC2526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76F51"/>
                </a:solidFill>
                <a:latin typeface="PingFang SC"/>
                <a:ea typeface="PingFang SC"/>
                <a:cs typeface="PingFang SC"/>
              </a:rPr>
              <a:t>结尾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EBC33-6267-47AB-AA5B-0DC3B5F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32B"/>
                </a:solidFill>
                <a:latin typeface="Kaiti SC"/>
                <a:ea typeface="Kaiti SC"/>
                <a:cs typeface="Kaiti SC"/>
              </a:defRPr>
            </a:pPr>
            <a:r>
              <a:rPr sz="3225" b="1">
                <a:solidFill>
                  <a:srgbClr val="10232B"/>
                </a:solidFill>
                <a:latin typeface="Kaiti SC"/>
                <a:ea typeface="Kaiti SC"/>
                <a:cs typeface="Kaiti SC"/>
              </a:rPr>
              <a:t>让一次线上试戴，留下能继续沟通的证据。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EBC08-3FBA-44F4-AA59-29500917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E471-0D6B-430F-AEF8-6284CCA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4095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2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10232B"/>
                </a:solidFill>
                <a:latin typeface="Songti SC"/>
                <a:ea typeface="Songti SC"/>
                <a:cs typeface="Songti SC"/>
              </a:rPr>
              <a:t>这不是一个“只展示 AI 很酷”的项目，而是一个从真实使用问题里长出来的小产品：用户想省一次出门，商家想少问几轮，页面就要把参数、截图、验光单和心愿单整理好。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5D7B0-4967-4A3C-9414-50A738C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95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2E2DE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03ef4d8e74adf"/>
          <a:stretch xmlns:a="http://schemas.openxmlformats.org/drawingml/2006/main"/>
        </p:blipFill>
        <p:spPr>
          <a:xfrm xmlns:a="http://schemas.openxmlformats.org/drawingml/2006/main">
            <a:off x="7429500" y="21907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E6A7B-79CE-47F0-8D0C-F3446AA3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Demo</a:t>
            </a:r>
          </a:p>
          <a:p xmlns:a="http://schemas.openxmlformats.org/drawingml/2006/main">
            <a:pPr algn="ctr">
              <a:def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https://glasses.zhengzhengstudio.cn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B4104-9604-4C78-AD67-76076AD8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C73"/>
                </a:solidFill>
                <a:latin typeface="PingFang SC"/>
                <a:ea typeface="PingFang SC"/>
                <a:cs typeface="PingFang SC"/>
              </a:rPr>
              <a:t>WAIC 2026 青少年 AI 应用实践案例 | 铮铮眼镜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1A862-6AF0-45C8-8888-EAA81AA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5D55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25879166"/>
      </p:ext>
    </p:extLst>
  </p:cSld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2026-05-20T11:45:16.8020000Z</dcterms:created>
  <dcterms:modified xsi:type="dcterms:W3CDTF">2026-05-20T11:45:16.8020000Z</dcterms:modified>
</coreProperties>
</file>